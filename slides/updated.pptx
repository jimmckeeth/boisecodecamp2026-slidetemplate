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16"/>
  </p:notesMasterIdLst>
  <p:sldIdLst>
    <p:sldId id="256" r:id="rId2"/>
    <p:sldId id="261" r:id="rId3"/>
    <p:sldId id="262" r:id="rId4"/>
    <p:sldId id="257" r:id="rId5"/>
    <p:sldId id="258" r:id="rId6"/>
    <p:sldId id="260" r:id="rId7"/>
    <p:sldId id="264" r:id="rId8"/>
    <p:sldId id="265" r:id="rId9"/>
    <p:sldId id="266" r:id="rId10"/>
    <p:sldId id="267" r:id="rId11"/>
    <p:sldId id="268" r:id="rId12"/>
    <p:sldId id="269" r:id="rId13"/>
    <p:sldId id="263"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showGuides="1">
      <p:cViewPr varScale="1">
        <p:scale>
          <a:sx n="89" d="100"/>
          <a:sy n="89" d="100"/>
        </p:scale>
        <p:origin x="6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4</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5</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13</a:t>
            </a:fld>
            <a:endParaRPr lang="en-US"/>
          </a:p>
        </p:txBody>
      </p:sp>
    </p:spTree>
    <p:extLst>
      <p:ext uri="{BB962C8B-B14F-4D97-AF65-F5344CB8AC3E}">
        <p14:creationId xmlns:p14="http://schemas.microsoft.com/office/powerpoint/2010/main" val="157017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14</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4318-066F-3427-0900-8280D5872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5F08AA-7D75-A52E-F3D3-9BA505D4F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11">
            <a:extLst>
              <a:ext uri="{FF2B5EF4-FFF2-40B4-BE49-F238E27FC236}">
                <a16:creationId xmlns:a16="http://schemas.microsoft.com/office/drawing/2014/main" id="{5527E907-5949-1958-DDC0-71E85FF28667}"/>
              </a:ext>
            </a:extLst>
          </p:cNvPr>
          <p:cNvSpPr>
            <a:spLocks noGrp="1"/>
          </p:cNvSpPr>
          <p:nvPr>
            <p:ph type="dt" sz="half" idx="10"/>
          </p:nvPr>
        </p:nvSpPr>
        <p:spPr/>
        <p:txBody>
          <a:bodyPr/>
          <a:lstStyle/>
          <a:p>
            <a:r>
              <a:rPr lang="en-US"/>
              <a:t>2025-05-02</a:t>
            </a:r>
            <a:endParaRPr lang="en-US" dirty="0"/>
          </a:p>
        </p:txBody>
      </p:sp>
      <p:sp>
        <p:nvSpPr>
          <p:cNvPr id="13" name="Footer Placeholder 12">
            <a:extLst>
              <a:ext uri="{FF2B5EF4-FFF2-40B4-BE49-F238E27FC236}">
                <a16:creationId xmlns:a16="http://schemas.microsoft.com/office/drawing/2014/main" id="{F40FA700-74B5-DBAD-86DC-B200A7F8F5EB}"/>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4" name="Slide Number Placeholder 13">
            <a:extLst>
              <a:ext uri="{FF2B5EF4-FFF2-40B4-BE49-F238E27FC236}">
                <a16:creationId xmlns:a16="http://schemas.microsoft.com/office/drawing/2014/main" id="{D782F866-BA2F-84CD-7DDE-07743645878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547265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26DF-E761-83FE-26EC-A93421B3F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7705-90AB-017E-B76A-5755C30EA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623B5E7-23BE-7B27-BE31-467ABDE1C87F}"/>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943CF0BE-B303-EE7A-CACA-EFE850002FD6}"/>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8905204A-1EAB-3405-A805-4E64D0A47FE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9132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0C4D-22DD-BBB1-92E7-2E06386FC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2E7A2C-0DD4-A499-3C28-6E33CA0C8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AF2D8644-3F29-C787-F51A-E2026F0CF9C7}"/>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277C44B5-AE98-9248-21C4-12B355E2A73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7275F0D4-8B81-5E55-D151-06716C47FD7F}"/>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46754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61A8-649A-2B1A-A956-71E5EF5AB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C73-E3B5-FBCC-C178-E34A9E5F7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85010-DE33-5E9D-1F70-B9D755286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D8D740E-B05E-0AD9-F45A-2767480D24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B299D379-2432-9480-389B-C0500C1239C9}"/>
              </a:ext>
            </a:extLst>
          </p:cNvPr>
          <p:cNvSpPr>
            <a:spLocks noGrp="1"/>
          </p:cNvSpPr>
          <p:nvPr>
            <p:ph type="ftr" sz="quarter" idx="11"/>
          </p:nvPr>
        </p:nvSpPr>
        <p:spPr/>
        <p:txBody>
          <a:bodyPr/>
          <a:lstStyle/>
          <a:p>
            <a:r>
              <a:rPr lang="en-US"/>
              <a:t>Progress bar</a:t>
            </a:r>
            <a:endParaRPr lang="en-US" dirty="0"/>
          </a:p>
        </p:txBody>
      </p:sp>
      <p:sp>
        <p:nvSpPr>
          <p:cNvPr id="10" name="Slide Number Placeholder 9">
            <a:extLst>
              <a:ext uri="{FF2B5EF4-FFF2-40B4-BE49-F238E27FC236}">
                <a16:creationId xmlns:a16="http://schemas.microsoft.com/office/drawing/2014/main" id="{A221CA13-1750-87AF-A577-CDCF221476C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379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63E5-7D9A-EA13-81FD-212C3A824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EA162D-798B-E9D4-57F5-D8B3D6018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555B6-30BD-01FF-51A5-548300B20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C5CCA-B060-EFA5-DBF9-137EE692D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57442-94A2-7EE4-6A2E-179FE45A8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CC613755-53D5-C6AC-45A2-13E1EE52F8F7}"/>
              </a:ext>
            </a:extLst>
          </p:cNvPr>
          <p:cNvSpPr>
            <a:spLocks noGrp="1"/>
          </p:cNvSpPr>
          <p:nvPr>
            <p:ph type="dt" sz="half" idx="10"/>
          </p:nvPr>
        </p:nvSpPr>
        <p:spPr/>
        <p:txBody>
          <a:bodyPr/>
          <a:lstStyle/>
          <a:p>
            <a:r>
              <a:rPr lang="en-US"/>
              <a:t>2025-05-02</a:t>
            </a:r>
            <a:endParaRPr lang="en-US" dirty="0"/>
          </a:p>
        </p:txBody>
      </p:sp>
      <p:sp>
        <p:nvSpPr>
          <p:cNvPr id="14" name="Footer Placeholder 13">
            <a:extLst>
              <a:ext uri="{FF2B5EF4-FFF2-40B4-BE49-F238E27FC236}">
                <a16:creationId xmlns:a16="http://schemas.microsoft.com/office/drawing/2014/main" id="{FF8F2BA5-C609-B22E-A637-43CA042B55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5" name="Slide Number Placeholder 14">
            <a:extLst>
              <a:ext uri="{FF2B5EF4-FFF2-40B4-BE49-F238E27FC236}">
                <a16:creationId xmlns:a16="http://schemas.microsoft.com/office/drawing/2014/main" id="{C54C352C-B0E2-A753-D200-645749469D2C}"/>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81035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7CDB-7104-2795-D3FF-BD87FCBC9E07}"/>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E91DABB-1C5A-7DBB-2B47-5C0AF3C83519}"/>
              </a:ext>
            </a:extLst>
          </p:cNvPr>
          <p:cNvSpPr>
            <a:spLocks noGrp="1"/>
          </p:cNvSpPr>
          <p:nvPr>
            <p:ph type="dt" sz="half" idx="10"/>
          </p:nvPr>
        </p:nvSpPr>
        <p:spPr/>
        <p:txBody>
          <a:bodyPr/>
          <a:lstStyle/>
          <a:p>
            <a:r>
              <a:rPr lang="en-US"/>
              <a:t>2025-05-02</a:t>
            </a:r>
            <a:endParaRPr lang="en-US" dirty="0"/>
          </a:p>
        </p:txBody>
      </p:sp>
      <p:sp>
        <p:nvSpPr>
          <p:cNvPr id="7" name="Footer Placeholder 6">
            <a:extLst>
              <a:ext uri="{FF2B5EF4-FFF2-40B4-BE49-F238E27FC236}">
                <a16:creationId xmlns:a16="http://schemas.microsoft.com/office/drawing/2014/main" id="{E6C483F1-AF47-439C-BACF-061AEF05761A}"/>
              </a:ext>
            </a:extLst>
          </p:cNvPr>
          <p:cNvSpPr>
            <a:spLocks noGrp="1"/>
          </p:cNvSpPr>
          <p:nvPr>
            <p:ph type="ftr" sz="quarter" idx="11"/>
          </p:nvPr>
        </p:nvSpPr>
        <p:spPr/>
        <p:txBody>
          <a:bodyPr/>
          <a:lstStyle/>
          <a:p>
            <a:r>
              <a:rPr lang="en-US"/>
              <a:t>Progress bar</a:t>
            </a:r>
            <a:endParaRPr lang="en-US" dirty="0"/>
          </a:p>
        </p:txBody>
      </p:sp>
      <p:sp>
        <p:nvSpPr>
          <p:cNvPr id="8" name="Slide Number Placeholder 7">
            <a:extLst>
              <a:ext uri="{FF2B5EF4-FFF2-40B4-BE49-F238E27FC236}">
                <a16:creationId xmlns:a16="http://schemas.microsoft.com/office/drawing/2014/main" id="{30491FE1-FC22-954C-990C-F027DEA1F5F6}"/>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541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E740613-51BC-F98B-9A79-949C7DFAB8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9689CB49-47B4-6AB5-D630-5F58CB9408C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0" name="Slide Number Placeholder 9">
            <a:extLst>
              <a:ext uri="{FF2B5EF4-FFF2-40B4-BE49-F238E27FC236}">
                <a16:creationId xmlns:a16="http://schemas.microsoft.com/office/drawing/2014/main" id="{BE279DD8-3BA7-9DC7-5763-8CFF039FB34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74319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A0CC-E3E2-AB0F-BE04-19EA8A2C4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2DAA7-6ADA-A903-7D2F-866C8235D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7D9D62-B112-85B6-3320-8BB76C74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D48C4-14F6-9F25-31FD-1E537393E4F9}"/>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2CFE4490-D7D9-1E42-29FC-7FCF2AD442C5}"/>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30A7113C-F85F-9D55-0EC4-38ED34645ED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2205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D537-55FE-1BF6-8A89-DB360A948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156C2-2357-0E91-1CA7-6EEFC5039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0A93-474B-5C06-8E95-DAE56A97A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C95AE-988F-791D-1A5A-A687FB539743}"/>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3724C71F-14A2-F6F3-B324-3AAF622BC9C4}"/>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22D2C0C3-8876-2C56-AE5D-0ABC0BD33EB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7591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C50A-D848-332A-01BF-F036149B5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B0A7-9A58-DBD4-E4DA-90B987D66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76F93-0D1F-B8EF-056F-E1BA1347ABB7}"/>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3DDB33DD-156D-41A0-38A5-CDCBE6901194}"/>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07674DA9-042E-F038-5C5D-4DBC104219FA}"/>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0088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FE6411-82DF-A420-908B-481CB0F218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B299C0-A16F-FA6B-82A0-9F64A54B01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28375-082A-EACB-E379-361D3C3263D1}"/>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0E3EB63B-E0DA-9DEC-A14C-539682DF8B27}"/>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5547330-550C-5D7E-2FF2-5705FF85D7E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084327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6AF5F1-C3E0-4E52-E562-6D6268E4A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664D7-7744-C7FD-40CD-4F069F894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9E0A2-FDF5-D46B-4CB0-CB7878DF0961}"/>
              </a:ext>
            </a:extLst>
          </p:cNvPr>
          <p:cNvSpPr>
            <a:spLocks noGrp="1"/>
          </p:cNvSpPr>
          <p:nvPr>
            <p:ph type="dt" sz="half" idx="2"/>
          </p:nvPr>
        </p:nvSpPr>
        <p:spPr>
          <a:xfrm>
            <a:off x="8733725" y="-35720"/>
            <a:ext cx="146755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2025-05-02</a:t>
            </a:r>
            <a:endParaRPr lang="en-US" dirty="0"/>
          </a:p>
        </p:txBody>
      </p:sp>
      <p:sp>
        <p:nvSpPr>
          <p:cNvPr id="5" name="Footer Placeholder 4">
            <a:extLst>
              <a:ext uri="{FF2B5EF4-FFF2-40B4-BE49-F238E27FC236}">
                <a16:creationId xmlns:a16="http://schemas.microsoft.com/office/drawing/2014/main" id="{2DAC6947-5B27-DA5A-A6D7-1A2FC7CC3E26}"/>
              </a:ext>
            </a:extLst>
          </p:cNvPr>
          <p:cNvSpPr>
            <a:spLocks noGrp="1"/>
          </p:cNvSpPr>
          <p:nvPr>
            <p:ph type="ftr" sz="quarter" idx="3"/>
          </p:nvPr>
        </p:nvSpPr>
        <p:spPr>
          <a:xfrm>
            <a:off x="2614614" y="6356348"/>
            <a:ext cx="6965155" cy="365125"/>
          </a:xfrm>
          <a:prstGeom prst="rect">
            <a:avLst/>
          </a:prstGeom>
        </p:spPr>
        <p:txBody>
          <a:bodyPr vert="horz" lIns="91440" tIns="45720" rIns="91440" bIns="45720" rtlCol="0" anchor="ctr"/>
          <a:lstStyle>
            <a:lvl1pPr algn="ctr">
              <a:defRPr sz="1200">
                <a:solidFill>
                  <a:schemeClr val="tx2"/>
                </a:solidFill>
              </a:defRPr>
            </a:lvl1pPr>
          </a:lstStyle>
          <a:p>
            <a:r>
              <a:rPr lang="en-US">
                <a:solidFill>
                  <a:schemeClr val="tx2"/>
                </a:solidFill>
              </a:rPr>
              <a:t>Progress bar</a:t>
            </a:r>
            <a:endParaRPr lang="en-US" dirty="0">
              <a:solidFill>
                <a:schemeClr val="tx2"/>
              </a:solidFill>
            </a:endParaRPr>
          </a:p>
        </p:txBody>
      </p:sp>
      <p:sp>
        <p:nvSpPr>
          <p:cNvPr id="6" name="Slide Number Placeholder 5">
            <a:extLst>
              <a:ext uri="{FF2B5EF4-FFF2-40B4-BE49-F238E27FC236}">
                <a16:creationId xmlns:a16="http://schemas.microsoft.com/office/drawing/2014/main" id="{A2D5059F-A95D-8CBB-36C2-F31A6E9F64FF}"/>
              </a:ext>
            </a:extLst>
          </p:cNvPr>
          <p:cNvSpPr>
            <a:spLocks noGrp="1"/>
          </p:cNvSpPr>
          <p:nvPr>
            <p:ph type="sldNum" sz="quarter" idx="4"/>
          </p:nvPr>
        </p:nvSpPr>
        <p:spPr>
          <a:xfrm>
            <a:off x="9579769" y="6356349"/>
            <a:ext cx="948218"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0727E-56B9-4BBF-93AB-E8100BB36987}" type="slidenum">
              <a:rPr lang="en-US" smtClean="0"/>
              <a:t>‹#›</a:t>
            </a:fld>
            <a:endParaRPr lang="en-US"/>
          </a:p>
        </p:txBody>
      </p:sp>
      <p:pic>
        <p:nvPicPr>
          <p:cNvPr id="7" name="Picture 6">
            <a:extLst>
              <a:ext uri="{FF2B5EF4-FFF2-40B4-BE49-F238E27FC236}">
                <a16:creationId xmlns:a16="http://schemas.microsoft.com/office/drawing/2014/main" id="{CCE90FA9-6315-1C66-6E8B-44FCD6854F8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27987" y="5778013"/>
            <a:ext cx="1345766" cy="884008"/>
          </a:xfrm>
          <a:prstGeom prst="rect">
            <a:avLst/>
          </a:prstGeom>
        </p:spPr>
      </p:pic>
      <p:sp>
        <p:nvSpPr>
          <p:cNvPr id="9" name="TextBox 8">
            <a:extLst>
              <a:ext uri="{FF2B5EF4-FFF2-40B4-BE49-F238E27FC236}">
                <a16:creationId xmlns:a16="http://schemas.microsoft.com/office/drawing/2014/main" id="{03A6BACB-0DCB-66FE-A98F-E8A277174451}"/>
              </a:ext>
            </a:extLst>
          </p:cNvPr>
          <p:cNvSpPr txBox="1"/>
          <p:nvPr userDrawn="1"/>
        </p:nvSpPr>
        <p:spPr>
          <a:xfrm>
            <a:off x="15240" y="2394733"/>
            <a:ext cx="367553" cy="3383280"/>
          </a:xfrm>
          <a:prstGeom prst="rect">
            <a:avLst/>
          </a:prstGeom>
          <a:noFill/>
        </p:spPr>
        <p:txBody>
          <a:bodyPr wrap="square" rtlCol="0">
            <a:spAutoFit/>
          </a:bodyPr>
          <a:lstStyle/>
          <a:p/>
        </p:txBody>
      </p:sp>
      <p:sp>
        <p:nvSpPr>
          <p:cNvPr id="10" name="TextBox 9">
            <a:extLst>
              <a:ext uri="{FF2B5EF4-FFF2-40B4-BE49-F238E27FC236}">
                <a16:creationId xmlns:a16="http://schemas.microsoft.com/office/drawing/2014/main" id="{1C55775B-541C-964C-FB52-5C6B39D60C17}"/>
              </a:ext>
            </a:extLst>
          </p:cNvPr>
          <p:cNvSpPr txBox="1"/>
          <p:nvPr userDrawn="1"/>
        </p:nvSpPr>
        <p:spPr>
          <a:xfrm>
            <a:off x="382793" y="6411953"/>
            <a:ext cx="1508125" cy="253916"/>
          </a:xfrm>
          <a:prstGeom prst="rect">
            <a:avLst/>
          </a:prstGeom>
          <a:noFill/>
        </p:spPr>
        <p:txBody>
          <a:bodyPr wrap="square" rtlCol="0">
            <a:spAutoFit/>
          </a:bodyPr>
          <a:lstStyle/>
          <a:p>
            <a:pPr algn="ctr"/>
            <a:r>
              <a:rPr lang="en-US" sz="1050" dirty="0"/>
              <a:t>BoiseCodeCamp.com</a:t>
            </a:r>
          </a:p>
        </p:txBody>
      </p:sp>
    </p:spTree>
    <p:extLst>
      <p:ext uri="{BB962C8B-B14F-4D97-AF65-F5344CB8AC3E}">
        <p14:creationId xmlns:p14="http://schemas.microsoft.com/office/powerpoint/2010/main" val="296907977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essionize.com/boise-code-camp-2026/dashboard#_tab-feedback" TargetMode="Externa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image" Target="../media/image1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0.pn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8.png"/><Relationship Id="rId6" Type="http://schemas.openxmlformats.org/officeDocument/2006/relationships/image" Target="../media/image39.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18.png"/><Relationship Id="rId9" Type="http://schemas.openxmlformats.org/officeDocument/2006/relationships/image" Target="../media/image5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5.png"/><Relationship Id="rId3" Type="http://schemas.openxmlformats.org/officeDocument/2006/relationships/image" Target="../media/image41.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35.png"/><Relationship Id="rId7" Type="http://schemas.openxmlformats.org/officeDocument/2006/relationships/image" Target="../media/image13.png"/><Relationship Id="rId8" Type="http://schemas.openxmlformats.org/officeDocument/2006/relationships/image" Target="../media/image58.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48.png"/><Relationship Id="rId6" Type="http://schemas.openxmlformats.org/officeDocument/2006/relationships/image" Target="../media/image59.png"/><Relationship Id="rId7" Type="http://schemas.openxmlformats.org/officeDocument/2006/relationships/image" Target="../media/image39.png"/><Relationship Id="rId8" Type="http://schemas.openxmlformats.org/officeDocument/2006/relationships/image" Target="../media/image60.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51.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31.png"/><Relationship Id="rId9" Type="http://schemas.openxmlformats.org/officeDocument/2006/relationships/image" Target="../media/image21.png"/><Relationship Id="rId10"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pic>
        <p:nvPicPr>
          <p:cNvPr id="4" name="Picture 3" descr="image.png"/>
          <p:cNvPicPr>
            <a:picLocks noChangeAspect="1"/>
          </p:cNvPicPr>
          <p:nvPr/>
        </p:nvPicPr>
        <p:blipFill>
          <a:blip r:embed="rId2"/>
          <a:stretch>
            <a:fillRect/>
          </a:stretch>
        </p:blipFill>
        <p:spPr>
          <a:xfrm>
            <a:off x="33618" y="2476619"/>
            <a:ext cx="330797" cy="259138"/>
          </a:xfrm>
          <a:prstGeom prst="rect">
            <a:avLst/>
          </a:prstGeom>
        </p:spPr>
      </p:pic>
      <p:pic>
        <p:nvPicPr>
          <p:cNvPr id="5" name="Picture 4" descr="image.png"/>
          <p:cNvPicPr>
            <a:picLocks noChangeAspect="1"/>
          </p:cNvPicPr>
          <p:nvPr/>
        </p:nvPicPr>
        <p:blipFill>
          <a:blip r:embed="rId3"/>
          <a:stretch>
            <a:fillRect/>
          </a:stretch>
        </p:blipFill>
        <p:spPr>
          <a:xfrm>
            <a:off x="33618" y="2863699"/>
            <a:ext cx="330797" cy="330797"/>
          </a:xfrm>
          <a:prstGeom prst="rect">
            <a:avLst/>
          </a:prstGeom>
        </p:spPr>
      </p:pic>
      <p:pic>
        <p:nvPicPr>
          <p:cNvPr id="6" name="Picture 5" descr="image.png"/>
          <p:cNvPicPr>
            <a:picLocks noChangeAspect="1"/>
          </p:cNvPicPr>
          <p:nvPr/>
        </p:nvPicPr>
        <p:blipFill>
          <a:blip r:embed="rId4"/>
          <a:stretch>
            <a:fillRect/>
          </a:stretch>
        </p:blipFill>
        <p:spPr>
          <a:xfrm>
            <a:off x="33618" y="3286609"/>
            <a:ext cx="330797" cy="330797"/>
          </a:xfrm>
          <a:prstGeom prst="rect">
            <a:avLst/>
          </a:prstGeom>
        </p:spPr>
      </p:pic>
      <p:pic>
        <p:nvPicPr>
          <p:cNvPr id="7" name="Picture 6" descr="image.png"/>
          <p:cNvPicPr>
            <a:picLocks noChangeAspect="1"/>
          </p:cNvPicPr>
          <p:nvPr/>
        </p:nvPicPr>
        <p:blipFill>
          <a:blip r:embed="rId5"/>
          <a:stretch>
            <a:fillRect/>
          </a:stretch>
        </p:blipFill>
        <p:spPr>
          <a:xfrm>
            <a:off x="33618" y="3709519"/>
            <a:ext cx="330797" cy="330797"/>
          </a:xfrm>
          <a:prstGeom prst="rect">
            <a:avLst/>
          </a:prstGeom>
        </p:spPr>
      </p:pic>
      <p:pic>
        <p:nvPicPr>
          <p:cNvPr id="8" name="Picture 7" descr="image.png"/>
          <p:cNvPicPr>
            <a:picLocks noChangeAspect="1"/>
          </p:cNvPicPr>
          <p:nvPr/>
        </p:nvPicPr>
        <p:blipFill>
          <a:blip r:embed="rId6"/>
          <a:stretch>
            <a:fillRect/>
          </a:stretch>
        </p:blipFill>
        <p:spPr>
          <a:xfrm>
            <a:off x="33618" y="4132429"/>
            <a:ext cx="330797" cy="330797"/>
          </a:xfrm>
          <a:prstGeom prst="rect">
            <a:avLst/>
          </a:prstGeom>
        </p:spPr>
      </p:pic>
      <p:pic>
        <p:nvPicPr>
          <p:cNvPr id="9" name="Picture 8" descr="image.png"/>
          <p:cNvPicPr>
            <a:picLocks noChangeAspect="1"/>
          </p:cNvPicPr>
          <p:nvPr/>
        </p:nvPicPr>
        <p:blipFill>
          <a:blip r:embed="rId7"/>
          <a:stretch>
            <a:fillRect/>
          </a:stretch>
        </p:blipFill>
        <p:spPr>
          <a:xfrm>
            <a:off x="80833" y="4530428"/>
            <a:ext cx="236366" cy="380619"/>
          </a:xfrm>
          <a:prstGeom prst="rect">
            <a:avLst/>
          </a:prstGeom>
        </p:spPr>
      </p:pic>
      <p:pic>
        <p:nvPicPr>
          <p:cNvPr id="10" name="Picture 9" descr="image.png"/>
          <p:cNvPicPr>
            <a:picLocks noChangeAspect="1"/>
          </p:cNvPicPr>
          <p:nvPr/>
        </p:nvPicPr>
        <p:blipFill>
          <a:blip r:embed="rId8"/>
          <a:stretch>
            <a:fillRect/>
          </a:stretch>
        </p:blipFill>
        <p:spPr>
          <a:xfrm>
            <a:off x="33618" y="5043904"/>
            <a:ext cx="330797" cy="199488"/>
          </a:xfrm>
          <a:prstGeom prst="rect">
            <a:avLst/>
          </a:prstGeom>
        </p:spPr>
      </p:pic>
      <p:pic>
        <p:nvPicPr>
          <p:cNvPr id="11" name="Picture 10"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985173" y="538020"/>
            <a:ext cx="10876453" cy="726004"/>
          </a:xfrm>
        </p:spPr>
        <p:txBody>
          <a:bodyPr>
            <a:normAutofit/>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985173" y="1524001"/>
            <a:ext cx="5977913"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7" name="Date Placeholder 6">
            <a:extLst>
              <a:ext uri="{FF2B5EF4-FFF2-40B4-BE49-F238E27FC236}">
                <a16:creationId xmlns:a16="http://schemas.microsoft.com/office/drawing/2014/main" id="{2686A08D-5DAE-4F1D-CADE-B3379A7E4977}"/>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D540301-8803-08EB-EED9-E0D694FAD18C}"/>
              </a:ext>
            </a:extLst>
          </p:cNvPr>
          <p:cNvSpPr>
            <a:spLocks noGrp="1"/>
          </p:cNvSpPr>
          <p:nvPr>
            <p:ph type="ftr" sz="quarter" idx="11"/>
          </p:nvPr>
        </p:nvSpPr>
        <p:spPr/>
        <p:txBody>
          <a:bodyPr/>
          <a:lstStyle/>
          <a:p>
            <a:r>
              <a:t>▓▓▓▓▓▓▓░░░░░░░░░░░░░░░░░░░░░░░░░░░░░░░░░░░░░░░░░░░ 14%</a:t>
            </a:r>
          </a:p>
        </p:txBody>
      </p:sp>
      <p:pic>
        <p:nvPicPr>
          <p:cNvPr id="9" name="Picture 8" descr="image.png"/>
          <p:cNvPicPr>
            <a:picLocks noChangeAspect="1"/>
          </p:cNvPicPr>
          <p:nvPr/>
        </p:nvPicPr>
        <p:blipFill>
          <a:blip r:embed="rId3"/>
          <a:stretch>
            <a:fillRect/>
          </a:stretch>
        </p:blipFill>
        <p:spPr>
          <a:xfrm>
            <a:off x="33618" y="2457329"/>
            <a:ext cx="330797" cy="297717"/>
          </a:xfrm>
          <a:prstGeom prst="rect">
            <a:avLst/>
          </a:prstGeom>
        </p:spPr>
      </p:pic>
      <p:pic>
        <p:nvPicPr>
          <p:cNvPr id="10" name="Picture 9" descr="image.png"/>
          <p:cNvPicPr>
            <a:picLocks noChangeAspect="1"/>
          </p:cNvPicPr>
          <p:nvPr/>
        </p:nvPicPr>
        <p:blipFill>
          <a:blip r:embed="rId4"/>
          <a:stretch>
            <a:fillRect/>
          </a:stretch>
        </p:blipFill>
        <p:spPr>
          <a:xfrm>
            <a:off x="33618" y="2863699"/>
            <a:ext cx="330797" cy="330797"/>
          </a:xfrm>
          <a:prstGeom prst="rect">
            <a:avLst/>
          </a:prstGeom>
        </p:spPr>
      </p:pic>
      <p:pic>
        <p:nvPicPr>
          <p:cNvPr id="11" name="Picture 10" descr="image.png"/>
          <p:cNvPicPr>
            <a:picLocks noChangeAspect="1"/>
          </p:cNvPicPr>
          <p:nvPr/>
        </p:nvPicPr>
        <p:blipFill>
          <a:blip r:embed="rId5"/>
          <a:stretch>
            <a:fillRect/>
          </a:stretch>
        </p:blipFill>
        <p:spPr>
          <a:xfrm>
            <a:off x="80833" y="3261698"/>
            <a:ext cx="236366" cy="380619"/>
          </a:xfrm>
          <a:prstGeom prst="rect">
            <a:avLst/>
          </a:prstGeom>
        </p:spPr>
      </p:pic>
      <p:pic>
        <p:nvPicPr>
          <p:cNvPr id="12" name="Picture 11" descr="image.png"/>
          <p:cNvPicPr>
            <a:picLocks noChangeAspect="1"/>
          </p:cNvPicPr>
          <p:nvPr/>
        </p:nvPicPr>
        <p:blipFill>
          <a:blip r:embed="rId6"/>
          <a:stretch>
            <a:fillRect/>
          </a:stretch>
        </p:blipFill>
        <p:spPr>
          <a:xfrm>
            <a:off x="33618" y="3709519"/>
            <a:ext cx="330797" cy="330797"/>
          </a:xfrm>
          <a:prstGeom prst="rect">
            <a:avLst/>
          </a:prstGeom>
        </p:spPr>
      </p:pic>
      <p:pic>
        <p:nvPicPr>
          <p:cNvPr id="13" name="Picture 12" descr="image.png"/>
          <p:cNvPicPr>
            <a:picLocks noChangeAspect="1"/>
          </p:cNvPicPr>
          <p:nvPr/>
        </p:nvPicPr>
        <p:blipFill>
          <a:blip r:embed="rId7"/>
          <a:stretch>
            <a:fillRect/>
          </a:stretch>
        </p:blipFill>
        <p:spPr>
          <a:xfrm>
            <a:off x="33618" y="4132429"/>
            <a:ext cx="330797" cy="330797"/>
          </a:xfrm>
          <a:prstGeom prst="rect">
            <a:avLst/>
          </a:prstGeom>
        </p:spPr>
      </p:pic>
      <p:pic>
        <p:nvPicPr>
          <p:cNvPr id="14" name="Picture 13" descr="image.png"/>
          <p:cNvPicPr>
            <a:picLocks noChangeAspect="1"/>
          </p:cNvPicPr>
          <p:nvPr/>
        </p:nvPicPr>
        <p:blipFill>
          <a:blip r:embed="rId8"/>
          <a:stretch>
            <a:fillRect/>
          </a:stretch>
        </p:blipFill>
        <p:spPr>
          <a:xfrm>
            <a:off x="33618" y="4555339"/>
            <a:ext cx="330797" cy="330797"/>
          </a:xfrm>
          <a:prstGeom prst="rect">
            <a:avLst/>
          </a:prstGeom>
        </p:spPr>
      </p:pic>
      <p:pic>
        <p:nvPicPr>
          <p:cNvPr id="15" name="Picture 14" descr="image.png"/>
          <p:cNvPicPr>
            <a:picLocks noChangeAspect="1"/>
          </p:cNvPicPr>
          <p:nvPr/>
        </p:nvPicPr>
        <p:blipFill>
          <a:blip r:embed="rId9"/>
          <a:stretch>
            <a:fillRect/>
          </a:stretch>
        </p:blipFill>
        <p:spPr>
          <a:xfrm>
            <a:off x="33618" y="4978249"/>
            <a:ext cx="330797" cy="330797"/>
          </a:xfrm>
          <a:prstGeom prst="rect">
            <a:avLst/>
          </a:prstGeom>
        </p:spPr>
      </p:pic>
      <p:pic>
        <p:nvPicPr>
          <p:cNvPr id="16" name="Picture 15" descr="image.png"/>
          <p:cNvPicPr>
            <a:picLocks noChangeAspect="1"/>
          </p:cNvPicPr>
          <p:nvPr/>
        </p:nvPicPr>
        <p:blipFill>
          <a:blip r:embed="rId10"/>
          <a:stretch>
            <a:fillRect/>
          </a:stretch>
        </p:blipFill>
        <p:spPr>
          <a:xfrm>
            <a:off x="33618" y="5396478"/>
            <a:ext cx="330797" cy="340159"/>
          </a:xfrm>
          <a:prstGeom prst="rect">
            <a:avLst/>
          </a:prstGeom>
        </p:spPr>
      </p:pic>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977152" y="555949"/>
            <a:ext cx="10929298"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7" name="Date Placeholder 6">
            <a:extLst>
              <a:ext uri="{FF2B5EF4-FFF2-40B4-BE49-F238E27FC236}">
                <a16:creationId xmlns:a16="http://schemas.microsoft.com/office/drawing/2014/main" id="{466BE1A6-2657-7342-809A-37C4FB40CE8B}"/>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8E99A74-DB42-6DAD-0A34-339C9BE07F43}"/>
              </a:ext>
            </a:extLst>
          </p:cNvPr>
          <p:cNvSpPr>
            <a:spLocks noGrp="1"/>
          </p:cNvSpPr>
          <p:nvPr>
            <p:ph type="ftr" sz="quarter" idx="11"/>
          </p:nvPr>
        </p:nvSpPr>
        <p:spPr/>
        <p:txBody>
          <a:bodyPr/>
          <a:lstStyle/>
          <a:p>
            <a:r>
              <a:t>▓▓▓▓▓▓▓▓▓▓░░░░░░░░░░░░░░░░░░░░░░░░░░░░░░░░░░░░░░░░ 21%</a:t>
            </a:r>
          </a:p>
        </p:txBody>
      </p:sp>
      <p:pic>
        <p:nvPicPr>
          <p:cNvPr id="9" name="Picture 8" descr="image.png"/>
          <p:cNvPicPr>
            <a:picLocks noChangeAspect="1"/>
          </p:cNvPicPr>
          <p:nvPr/>
        </p:nvPicPr>
        <p:blipFill>
          <a:blip r:embed="rId2"/>
          <a:stretch>
            <a:fillRect/>
          </a:stretch>
        </p:blipFill>
        <p:spPr>
          <a:xfrm>
            <a:off x="33618" y="2440789"/>
            <a:ext cx="330797" cy="330797"/>
          </a:xfrm>
          <a:prstGeom prst="rect">
            <a:avLst/>
          </a:prstGeom>
        </p:spPr>
      </p:pic>
      <p:pic>
        <p:nvPicPr>
          <p:cNvPr id="10" name="Picture 9" descr="image.png"/>
          <p:cNvPicPr>
            <a:picLocks noChangeAspect="1"/>
          </p:cNvPicPr>
          <p:nvPr/>
        </p:nvPicPr>
        <p:blipFill>
          <a:blip r:embed="rId3"/>
          <a:stretch>
            <a:fillRect/>
          </a:stretch>
        </p:blipFill>
        <p:spPr>
          <a:xfrm>
            <a:off x="33618" y="2855842"/>
            <a:ext cx="330797" cy="346512"/>
          </a:xfrm>
          <a:prstGeom prst="rect">
            <a:avLst/>
          </a:prstGeom>
        </p:spPr>
      </p:pic>
      <p:pic>
        <p:nvPicPr>
          <p:cNvPr id="11" name="Picture 10" descr="image.png"/>
          <p:cNvPicPr>
            <a:picLocks noChangeAspect="1"/>
          </p:cNvPicPr>
          <p:nvPr/>
        </p:nvPicPr>
        <p:blipFill>
          <a:blip r:embed="rId4"/>
          <a:stretch>
            <a:fillRect/>
          </a:stretch>
        </p:blipFill>
        <p:spPr>
          <a:xfrm>
            <a:off x="36302" y="3261698"/>
            <a:ext cx="325429" cy="380619"/>
          </a:xfrm>
          <a:prstGeom prst="rect">
            <a:avLst/>
          </a:prstGeom>
        </p:spPr>
      </p:pic>
      <p:pic>
        <p:nvPicPr>
          <p:cNvPr id="12" name="Picture 11" descr="image.png"/>
          <p:cNvPicPr>
            <a:picLocks noChangeAspect="1"/>
          </p:cNvPicPr>
          <p:nvPr/>
        </p:nvPicPr>
        <p:blipFill>
          <a:blip r:embed="rId5"/>
          <a:stretch>
            <a:fillRect/>
          </a:stretch>
        </p:blipFill>
        <p:spPr>
          <a:xfrm>
            <a:off x="33618" y="3711842"/>
            <a:ext cx="330797" cy="326151"/>
          </a:xfrm>
          <a:prstGeom prst="rect">
            <a:avLst/>
          </a:prstGeom>
        </p:spPr>
      </p:pic>
      <p:pic>
        <p:nvPicPr>
          <p:cNvPr id="13" name="Picture 12" descr="image.png"/>
          <p:cNvPicPr>
            <a:picLocks noChangeAspect="1"/>
          </p:cNvPicPr>
          <p:nvPr/>
        </p:nvPicPr>
        <p:blipFill>
          <a:blip r:embed="rId6"/>
          <a:stretch>
            <a:fillRect/>
          </a:stretch>
        </p:blipFill>
        <p:spPr>
          <a:xfrm>
            <a:off x="33618" y="4132429"/>
            <a:ext cx="330797" cy="330797"/>
          </a:xfrm>
          <a:prstGeom prst="rect">
            <a:avLst/>
          </a:prstGeom>
        </p:spPr>
      </p:pic>
      <p:pic>
        <p:nvPicPr>
          <p:cNvPr id="14" name="Picture 13" descr="image.png"/>
          <p:cNvPicPr>
            <a:picLocks noChangeAspect="1"/>
          </p:cNvPicPr>
          <p:nvPr/>
        </p:nvPicPr>
        <p:blipFill>
          <a:blip r:embed="rId7"/>
          <a:stretch>
            <a:fillRect/>
          </a:stretch>
        </p:blipFill>
        <p:spPr>
          <a:xfrm>
            <a:off x="41519" y="4530428"/>
            <a:ext cx="314995" cy="380619"/>
          </a:xfrm>
          <a:prstGeom prst="rect">
            <a:avLst/>
          </a:prstGeom>
        </p:spPr>
      </p:pic>
      <p:pic>
        <p:nvPicPr>
          <p:cNvPr id="15" name="Picture 14" descr="image.png"/>
          <p:cNvPicPr>
            <a:picLocks noChangeAspect="1"/>
          </p:cNvPicPr>
          <p:nvPr/>
        </p:nvPicPr>
        <p:blipFill>
          <a:blip r:embed="rId8"/>
          <a:stretch>
            <a:fillRect/>
          </a:stretch>
        </p:blipFill>
        <p:spPr>
          <a:xfrm>
            <a:off x="33618" y="4960123"/>
            <a:ext cx="330797" cy="367049"/>
          </a:xfrm>
          <a:prstGeom prst="rect">
            <a:avLst/>
          </a:prstGeom>
        </p:spPr>
      </p:pic>
      <p:pic>
        <p:nvPicPr>
          <p:cNvPr id="16" name="Picture 15" descr="image.png"/>
          <p:cNvPicPr>
            <a:picLocks noChangeAspect="1"/>
          </p:cNvPicPr>
          <p:nvPr/>
        </p:nvPicPr>
        <p:blipFill>
          <a:blip r:embed="rId9"/>
          <a:stretch>
            <a:fillRect/>
          </a:stretch>
        </p:blipFill>
        <p:spPr>
          <a:xfrm>
            <a:off x="33618" y="5436989"/>
            <a:ext cx="330797" cy="259138"/>
          </a:xfrm>
          <a:prstGeom prst="rect">
            <a:avLst/>
          </a:prstGeom>
        </p:spPr>
      </p:pic>
    </p:spTree>
    <p:extLst>
      <p:ext uri="{BB962C8B-B14F-4D97-AF65-F5344CB8AC3E}">
        <p14:creationId xmlns:p14="http://schemas.microsoft.com/office/powerpoint/2010/main" val="15284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FBDC3-B8B9-84D5-20FA-EE0ACE293AB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783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018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2A9BCFA-0AB7-3CDB-447B-0282A64E0E05}"/>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87BE74C9-D047-141C-0583-91CBDAEA085F}"/>
              </a:ext>
            </a:extLst>
          </p:cNvPr>
          <p:cNvSpPr>
            <a:spLocks noGrp="1"/>
          </p:cNvSpPr>
          <p:nvPr>
            <p:ph type="ftr" sz="quarter" idx="11"/>
          </p:nvPr>
        </p:nvSpPr>
        <p:spPr/>
        <p:txBody>
          <a:bodyPr/>
          <a:lstStyle/>
          <a:p>
            <a:r>
              <a:t>▓▓▓▓▓▓▓▓▓▓▓▓▓▓▓▓▓▓▓▓▓░░░░░░░░░░░░░░░░░░░░░░░░░░░░░ 42%</a:t>
            </a:r>
          </a:p>
        </p:txBody>
      </p:sp>
      <p:pic>
        <p:nvPicPr>
          <p:cNvPr id="8" name="Picture 7" descr="image.png"/>
          <p:cNvPicPr>
            <a:picLocks noChangeAspect="1"/>
          </p:cNvPicPr>
          <p:nvPr/>
        </p:nvPicPr>
        <p:blipFill>
          <a:blip r:embed="rId2"/>
          <a:stretch>
            <a:fillRect/>
          </a:stretch>
        </p:blipFill>
        <p:spPr>
          <a:xfrm>
            <a:off x="33618" y="2460751"/>
            <a:ext cx="330797" cy="290873"/>
          </a:xfrm>
          <a:prstGeom prst="rect">
            <a:avLst/>
          </a:prstGeom>
        </p:spPr>
      </p:pic>
      <p:pic>
        <p:nvPicPr>
          <p:cNvPr id="9" name="Picture 8" descr="image.png"/>
          <p:cNvPicPr>
            <a:picLocks noChangeAspect="1"/>
          </p:cNvPicPr>
          <p:nvPr/>
        </p:nvPicPr>
        <p:blipFill>
          <a:blip r:embed="rId3"/>
          <a:stretch>
            <a:fillRect/>
          </a:stretch>
        </p:blipFill>
        <p:spPr>
          <a:xfrm>
            <a:off x="33618" y="2863699"/>
            <a:ext cx="330797" cy="330797"/>
          </a:xfrm>
          <a:prstGeom prst="rect">
            <a:avLst/>
          </a:prstGeom>
        </p:spPr>
      </p:pic>
      <p:pic>
        <p:nvPicPr>
          <p:cNvPr id="10" name="Picture 9" descr="image.png"/>
          <p:cNvPicPr>
            <a:picLocks noChangeAspect="1"/>
          </p:cNvPicPr>
          <p:nvPr/>
        </p:nvPicPr>
        <p:blipFill>
          <a:blip r:embed="rId4"/>
          <a:stretch>
            <a:fillRect/>
          </a:stretch>
        </p:blipFill>
        <p:spPr>
          <a:xfrm>
            <a:off x="33618" y="3286609"/>
            <a:ext cx="330797" cy="330797"/>
          </a:xfrm>
          <a:prstGeom prst="rect">
            <a:avLst/>
          </a:prstGeom>
        </p:spPr>
      </p:pic>
      <p:pic>
        <p:nvPicPr>
          <p:cNvPr id="11" name="Picture 10" descr="image.png"/>
          <p:cNvPicPr>
            <a:picLocks noChangeAspect="1"/>
          </p:cNvPicPr>
          <p:nvPr/>
        </p:nvPicPr>
        <p:blipFill>
          <a:blip r:embed="rId5"/>
          <a:stretch>
            <a:fillRect/>
          </a:stretch>
        </p:blipFill>
        <p:spPr>
          <a:xfrm>
            <a:off x="33618" y="3709519"/>
            <a:ext cx="330797" cy="330797"/>
          </a:xfrm>
          <a:prstGeom prst="rect">
            <a:avLst/>
          </a:prstGeom>
        </p:spPr>
      </p:pic>
      <p:pic>
        <p:nvPicPr>
          <p:cNvPr id="12" name="Picture 11" descr="image.png"/>
          <p:cNvPicPr>
            <a:picLocks noChangeAspect="1"/>
          </p:cNvPicPr>
          <p:nvPr/>
        </p:nvPicPr>
        <p:blipFill>
          <a:blip r:embed="rId6"/>
          <a:stretch>
            <a:fillRect/>
          </a:stretch>
        </p:blipFill>
        <p:spPr>
          <a:xfrm>
            <a:off x="33618" y="4132429"/>
            <a:ext cx="330797" cy="330797"/>
          </a:xfrm>
          <a:prstGeom prst="rect">
            <a:avLst/>
          </a:prstGeom>
        </p:spPr>
      </p:pic>
      <p:pic>
        <p:nvPicPr>
          <p:cNvPr id="13" name="Picture 12" descr="image.png"/>
          <p:cNvPicPr>
            <a:picLocks noChangeAspect="1"/>
          </p:cNvPicPr>
          <p:nvPr/>
        </p:nvPicPr>
        <p:blipFill>
          <a:blip r:embed="rId7"/>
          <a:stretch>
            <a:fillRect/>
          </a:stretch>
        </p:blipFill>
        <p:spPr>
          <a:xfrm>
            <a:off x="33618" y="4598597"/>
            <a:ext cx="330797" cy="244281"/>
          </a:xfrm>
          <a:prstGeom prst="rect">
            <a:avLst/>
          </a:prstGeom>
        </p:spPr>
      </p:pic>
      <p:pic>
        <p:nvPicPr>
          <p:cNvPr id="14" name="Picture 13" descr="image.png"/>
          <p:cNvPicPr>
            <a:picLocks noChangeAspect="1"/>
          </p:cNvPicPr>
          <p:nvPr/>
        </p:nvPicPr>
        <p:blipFill>
          <a:blip r:embed="rId8"/>
          <a:stretch>
            <a:fillRect/>
          </a:stretch>
        </p:blipFill>
        <p:spPr>
          <a:xfrm>
            <a:off x="33618" y="4978249"/>
            <a:ext cx="330797" cy="330797"/>
          </a:xfrm>
          <a:prstGeom prst="rect">
            <a:avLst/>
          </a:prstGeom>
        </p:spPr>
      </p:pic>
      <p:pic>
        <p:nvPicPr>
          <p:cNvPr id="15" name="Picture 14"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207871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C3B4-5722-9F7F-DE21-77E9596B221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F85F781-81B2-2290-A1ED-E22F7479C1D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22B49C6-3273-D7A7-4939-98AF2C23A4C0}"/>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7AAD40E9-A456-7B1B-996C-034BACE4FA4F}"/>
              </a:ext>
            </a:extLst>
          </p:cNvPr>
          <p:cNvSpPr>
            <a:spLocks noGrp="1"/>
          </p:cNvSpPr>
          <p:nvPr>
            <p:ph type="ftr" sz="quarter" idx="11"/>
          </p:nvPr>
        </p:nvSpPr>
        <p:spPr/>
        <p:txBody>
          <a:bodyPr/>
          <a:lstStyle/>
          <a:p>
            <a:r>
              <a:t>▓▓▓▓▓▓▓▓▓▓▓▓▓▓▓▓▓▓▓▓▓▓▓▓▓░░░░░░░░░░░░░░░░░░░░░░░░░ 50%</a:t>
            </a:r>
          </a:p>
        </p:txBody>
      </p:sp>
      <p:pic>
        <p:nvPicPr>
          <p:cNvPr id="6" name="Picture 5" descr="image.png"/>
          <p:cNvPicPr>
            <a:picLocks noChangeAspect="1"/>
          </p:cNvPicPr>
          <p:nvPr/>
        </p:nvPicPr>
        <p:blipFill>
          <a:blip r:embed="rId2"/>
          <a:stretch>
            <a:fillRect/>
          </a:stretch>
        </p:blipFill>
        <p:spPr>
          <a:xfrm>
            <a:off x="33618" y="2440789"/>
            <a:ext cx="330797" cy="330797"/>
          </a:xfrm>
          <a:prstGeom prst="rect">
            <a:avLst/>
          </a:prstGeom>
        </p:spPr>
      </p:pic>
      <p:pic>
        <p:nvPicPr>
          <p:cNvPr id="7" name="Picture 6" descr="image.png"/>
          <p:cNvPicPr>
            <a:picLocks noChangeAspect="1"/>
          </p:cNvPicPr>
          <p:nvPr/>
        </p:nvPicPr>
        <p:blipFill>
          <a:blip r:embed="rId3"/>
          <a:stretch>
            <a:fillRect/>
          </a:stretch>
        </p:blipFill>
        <p:spPr>
          <a:xfrm>
            <a:off x="33618" y="2863699"/>
            <a:ext cx="330797" cy="330797"/>
          </a:xfrm>
          <a:prstGeom prst="rect">
            <a:avLst/>
          </a:prstGeom>
        </p:spPr>
      </p:pic>
      <p:pic>
        <p:nvPicPr>
          <p:cNvPr id="8" name="Picture 7" descr="image.png"/>
          <p:cNvPicPr>
            <a:picLocks noChangeAspect="1"/>
          </p:cNvPicPr>
          <p:nvPr/>
        </p:nvPicPr>
        <p:blipFill>
          <a:blip r:embed="rId4"/>
          <a:stretch>
            <a:fillRect/>
          </a:stretch>
        </p:blipFill>
        <p:spPr>
          <a:xfrm>
            <a:off x="33618" y="3286609"/>
            <a:ext cx="330797" cy="330797"/>
          </a:xfrm>
          <a:prstGeom prst="rect">
            <a:avLst/>
          </a:prstGeom>
        </p:spPr>
      </p:pic>
      <p:pic>
        <p:nvPicPr>
          <p:cNvPr id="9" name="Picture 8" descr="image.png"/>
          <p:cNvPicPr>
            <a:picLocks noChangeAspect="1"/>
          </p:cNvPicPr>
          <p:nvPr/>
        </p:nvPicPr>
        <p:blipFill>
          <a:blip r:embed="rId5"/>
          <a:stretch>
            <a:fillRect/>
          </a:stretch>
        </p:blipFill>
        <p:spPr>
          <a:xfrm>
            <a:off x="33618" y="3709519"/>
            <a:ext cx="330797" cy="330797"/>
          </a:xfrm>
          <a:prstGeom prst="rect">
            <a:avLst/>
          </a:prstGeom>
        </p:spPr>
      </p:pic>
      <p:pic>
        <p:nvPicPr>
          <p:cNvPr id="10" name="Picture 9" descr="image.png"/>
          <p:cNvPicPr>
            <a:picLocks noChangeAspect="1"/>
          </p:cNvPicPr>
          <p:nvPr/>
        </p:nvPicPr>
        <p:blipFill>
          <a:blip r:embed="rId6"/>
          <a:stretch>
            <a:fillRect/>
          </a:stretch>
        </p:blipFill>
        <p:spPr>
          <a:xfrm>
            <a:off x="33618" y="4107684"/>
            <a:ext cx="330797" cy="380287"/>
          </a:xfrm>
          <a:prstGeom prst="rect">
            <a:avLst/>
          </a:prstGeom>
        </p:spPr>
      </p:pic>
      <p:pic>
        <p:nvPicPr>
          <p:cNvPr id="11" name="Picture 10" descr="image.png"/>
          <p:cNvPicPr>
            <a:picLocks noChangeAspect="1"/>
          </p:cNvPicPr>
          <p:nvPr/>
        </p:nvPicPr>
        <p:blipFill>
          <a:blip r:embed="rId7"/>
          <a:stretch>
            <a:fillRect/>
          </a:stretch>
        </p:blipFill>
        <p:spPr>
          <a:xfrm>
            <a:off x="33618" y="4555339"/>
            <a:ext cx="330797" cy="330797"/>
          </a:xfrm>
          <a:prstGeom prst="rect">
            <a:avLst/>
          </a:prstGeom>
        </p:spPr>
      </p:pic>
      <p:pic>
        <p:nvPicPr>
          <p:cNvPr id="12" name="Picture 11" descr="image.png"/>
          <p:cNvPicPr>
            <a:picLocks noChangeAspect="1"/>
          </p:cNvPicPr>
          <p:nvPr/>
        </p:nvPicPr>
        <p:blipFill>
          <a:blip r:embed="rId8"/>
          <a:stretch>
            <a:fillRect/>
          </a:stretch>
        </p:blipFill>
        <p:spPr>
          <a:xfrm>
            <a:off x="33618" y="4978249"/>
            <a:ext cx="330797" cy="330797"/>
          </a:xfrm>
          <a:prstGeom prst="rect">
            <a:avLst/>
          </a:prstGeom>
        </p:spPr>
      </p:pic>
      <p:pic>
        <p:nvPicPr>
          <p:cNvPr id="13" name="Picture 12" descr="image.png"/>
          <p:cNvPicPr>
            <a:picLocks noChangeAspect="1"/>
          </p:cNvPicPr>
          <p:nvPr/>
        </p:nvPicPr>
        <p:blipFill>
          <a:blip r:embed="rId9"/>
          <a:stretch>
            <a:fillRect/>
          </a:stretch>
        </p:blipFill>
        <p:spPr>
          <a:xfrm>
            <a:off x="50014" y="5376248"/>
            <a:ext cx="298004" cy="380619"/>
          </a:xfrm>
          <a:prstGeom prst="rect">
            <a:avLst/>
          </a:prstGeom>
        </p:spPr>
      </p:pic>
    </p:spTree>
    <p:extLst>
      <p:ext uri="{BB962C8B-B14F-4D97-AF65-F5344CB8AC3E}">
        <p14:creationId xmlns:p14="http://schemas.microsoft.com/office/powerpoint/2010/main" val="3476340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688A-8025-E0BE-10E0-A209C2AFBF2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77AF3FA-6D46-0C96-3847-C4DCFF21EA7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C51B5E4-8A28-8106-A00A-B81DE4FB767B}"/>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C7B3D6A3-701E-6186-FAED-D76808217EEA}"/>
              </a:ext>
            </a:extLst>
          </p:cNvPr>
          <p:cNvSpPr>
            <a:spLocks noGrp="1"/>
          </p:cNvSpPr>
          <p:nvPr>
            <p:ph type="ftr" sz="quarter" idx="11"/>
          </p:nvPr>
        </p:nvSpPr>
        <p:spPr/>
        <p:txBody>
          <a:bodyPr/>
          <a:lstStyle/>
          <a:p>
            <a:r>
              <a:t>▓▓▓▓▓▓▓▓▓▓▓▓▓▓▓▓▓▓▓▓▓▓▓▓▓▓▓▓░░░░░░░░░░░░░░░░░░░░░░ 57%</a:t>
            </a:r>
          </a:p>
        </p:txBody>
      </p:sp>
      <p:pic>
        <p:nvPicPr>
          <p:cNvPr id="6" name="Picture 5" descr="image.png"/>
          <p:cNvPicPr>
            <a:picLocks noChangeAspect="1"/>
          </p:cNvPicPr>
          <p:nvPr/>
        </p:nvPicPr>
        <p:blipFill>
          <a:blip r:embed="rId2"/>
          <a:stretch>
            <a:fillRect/>
          </a:stretch>
        </p:blipFill>
        <p:spPr>
          <a:xfrm>
            <a:off x="33618" y="2416044"/>
            <a:ext cx="330797" cy="380287"/>
          </a:xfrm>
          <a:prstGeom prst="rect">
            <a:avLst/>
          </a:prstGeom>
        </p:spPr>
      </p:pic>
      <p:pic>
        <p:nvPicPr>
          <p:cNvPr id="7" name="Picture 6" descr="image.png"/>
          <p:cNvPicPr>
            <a:picLocks noChangeAspect="1"/>
          </p:cNvPicPr>
          <p:nvPr/>
        </p:nvPicPr>
        <p:blipFill>
          <a:blip r:embed="rId3"/>
          <a:stretch>
            <a:fillRect/>
          </a:stretch>
        </p:blipFill>
        <p:spPr>
          <a:xfrm>
            <a:off x="33618" y="2863977"/>
            <a:ext cx="330797" cy="330241"/>
          </a:xfrm>
          <a:prstGeom prst="rect">
            <a:avLst/>
          </a:prstGeom>
        </p:spPr>
      </p:pic>
      <p:pic>
        <p:nvPicPr>
          <p:cNvPr id="8" name="Picture 7" descr="image.png"/>
          <p:cNvPicPr>
            <a:picLocks noChangeAspect="1"/>
          </p:cNvPicPr>
          <p:nvPr/>
        </p:nvPicPr>
        <p:blipFill>
          <a:blip r:embed="rId4"/>
          <a:stretch>
            <a:fillRect/>
          </a:stretch>
        </p:blipFill>
        <p:spPr>
          <a:xfrm>
            <a:off x="33618" y="3286609"/>
            <a:ext cx="330797" cy="330797"/>
          </a:xfrm>
          <a:prstGeom prst="rect">
            <a:avLst/>
          </a:prstGeom>
        </p:spPr>
      </p:pic>
      <p:pic>
        <p:nvPicPr>
          <p:cNvPr id="9" name="Picture 8" descr="image.png"/>
          <p:cNvPicPr>
            <a:picLocks noChangeAspect="1"/>
          </p:cNvPicPr>
          <p:nvPr/>
        </p:nvPicPr>
        <p:blipFill>
          <a:blip r:embed="rId5"/>
          <a:stretch>
            <a:fillRect/>
          </a:stretch>
        </p:blipFill>
        <p:spPr>
          <a:xfrm>
            <a:off x="33618" y="3709519"/>
            <a:ext cx="330797" cy="330797"/>
          </a:xfrm>
          <a:prstGeom prst="rect">
            <a:avLst/>
          </a:prstGeom>
        </p:spPr>
      </p:pic>
      <p:pic>
        <p:nvPicPr>
          <p:cNvPr id="10" name="Picture 9" descr="image.png"/>
          <p:cNvPicPr>
            <a:picLocks noChangeAspect="1"/>
          </p:cNvPicPr>
          <p:nvPr/>
        </p:nvPicPr>
        <p:blipFill>
          <a:blip r:embed="rId6"/>
          <a:stretch>
            <a:fillRect/>
          </a:stretch>
        </p:blipFill>
        <p:spPr>
          <a:xfrm>
            <a:off x="50014" y="4107518"/>
            <a:ext cx="298004" cy="380619"/>
          </a:xfrm>
          <a:prstGeom prst="rect">
            <a:avLst/>
          </a:prstGeom>
        </p:spPr>
      </p:pic>
      <p:pic>
        <p:nvPicPr>
          <p:cNvPr id="11" name="Picture 10" descr="image.png"/>
          <p:cNvPicPr>
            <a:picLocks noChangeAspect="1"/>
          </p:cNvPicPr>
          <p:nvPr/>
        </p:nvPicPr>
        <p:blipFill>
          <a:blip r:embed="rId7"/>
          <a:stretch>
            <a:fillRect/>
          </a:stretch>
        </p:blipFill>
        <p:spPr>
          <a:xfrm>
            <a:off x="33618" y="4555339"/>
            <a:ext cx="330797" cy="330797"/>
          </a:xfrm>
          <a:prstGeom prst="rect">
            <a:avLst/>
          </a:prstGeom>
        </p:spPr>
      </p:pic>
      <p:pic>
        <p:nvPicPr>
          <p:cNvPr id="12" name="Picture 11" descr="image.png"/>
          <p:cNvPicPr>
            <a:picLocks noChangeAspect="1"/>
          </p:cNvPicPr>
          <p:nvPr/>
        </p:nvPicPr>
        <p:blipFill>
          <a:blip r:embed="rId8"/>
          <a:stretch>
            <a:fillRect/>
          </a:stretch>
        </p:blipFill>
        <p:spPr>
          <a:xfrm>
            <a:off x="33618" y="4974896"/>
            <a:ext cx="330797" cy="337503"/>
          </a:xfrm>
          <a:prstGeom prst="rect">
            <a:avLst/>
          </a:prstGeom>
        </p:spPr>
      </p:pic>
      <p:pic>
        <p:nvPicPr>
          <p:cNvPr id="13" name="Picture 12"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1430548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AD77-042F-B46B-650F-540FD02FC25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4156776-337D-B583-865D-0C55447BF33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26801AF-AB47-B922-FC5A-0513EB968949}"/>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5D761A23-BF71-6562-742C-AD2AD8F7F129}"/>
              </a:ext>
            </a:extLst>
          </p:cNvPr>
          <p:cNvSpPr>
            <a:spLocks noGrp="1"/>
          </p:cNvSpPr>
          <p:nvPr>
            <p:ph type="ftr" sz="quarter" idx="11"/>
          </p:nvPr>
        </p:nvSpPr>
        <p:spPr/>
        <p:txBody>
          <a:bodyPr/>
          <a:lstStyle/>
          <a:p>
            <a:r>
              <a:t>▓▓▓▓▓▓▓▓▓▓▓▓▓▓▓▓▓▓▓▓▓▓▓▓▓▓▓▓▓▓▓▓░░░░░░░░░░░░░░░░░░ 64%</a:t>
            </a:r>
          </a:p>
        </p:txBody>
      </p:sp>
      <p:pic>
        <p:nvPicPr>
          <p:cNvPr id="6" name="Picture 5" descr="image.png"/>
          <p:cNvPicPr>
            <a:picLocks noChangeAspect="1"/>
          </p:cNvPicPr>
          <p:nvPr/>
        </p:nvPicPr>
        <p:blipFill>
          <a:blip r:embed="rId2"/>
          <a:stretch>
            <a:fillRect/>
          </a:stretch>
        </p:blipFill>
        <p:spPr>
          <a:xfrm>
            <a:off x="33618" y="2453117"/>
            <a:ext cx="330797" cy="306141"/>
          </a:xfrm>
          <a:prstGeom prst="rect">
            <a:avLst/>
          </a:prstGeom>
        </p:spPr>
      </p:pic>
      <p:pic>
        <p:nvPicPr>
          <p:cNvPr id="7" name="Picture 6" descr="image.png"/>
          <p:cNvPicPr>
            <a:picLocks noChangeAspect="1"/>
          </p:cNvPicPr>
          <p:nvPr/>
        </p:nvPicPr>
        <p:blipFill>
          <a:blip r:embed="rId3"/>
          <a:stretch>
            <a:fillRect/>
          </a:stretch>
        </p:blipFill>
        <p:spPr>
          <a:xfrm>
            <a:off x="33618" y="2863699"/>
            <a:ext cx="330797" cy="330797"/>
          </a:xfrm>
          <a:prstGeom prst="rect">
            <a:avLst/>
          </a:prstGeom>
        </p:spPr>
      </p:pic>
      <p:pic>
        <p:nvPicPr>
          <p:cNvPr id="8" name="Picture 7" descr="image.png"/>
          <p:cNvPicPr>
            <a:picLocks noChangeAspect="1"/>
          </p:cNvPicPr>
          <p:nvPr/>
        </p:nvPicPr>
        <p:blipFill>
          <a:blip r:embed="rId4"/>
          <a:stretch>
            <a:fillRect/>
          </a:stretch>
        </p:blipFill>
        <p:spPr>
          <a:xfrm>
            <a:off x="33618" y="3286609"/>
            <a:ext cx="330797" cy="330797"/>
          </a:xfrm>
          <a:prstGeom prst="rect">
            <a:avLst/>
          </a:prstGeom>
        </p:spPr>
      </p:pic>
      <p:pic>
        <p:nvPicPr>
          <p:cNvPr id="9" name="Picture 8" descr="image.png"/>
          <p:cNvPicPr>
            <a:picLocks noChangeAspect="1"/>
          </p:cNvPicPr>
          <p:nvPr/>
        </p:nvPicPr>
        <p:blipFill>
          <a:blip r:embed="rId5"/>
          <a:stretch>
            <a:fillRect/>
          </a:stretch>
        </p:blipFill>
        <p:spPr>
          <a:xfrm>
            <a:off x="33618" y="3709519"/>
            <a:ext cx="330797" cy="330797"/>
          </a:xfrm>
          <a:prstGeom prst="rect">
            <a:avLst/>
          </a:prstGeom>
        </p:spPr>
      </p:pic>
      <p:pic>
        <p:nvPicPr>
          <p:cNvPr id="10" name="Picture 9" descr="image.png"/>
          <p:cNvPicPr>
            <a:picLocks noChangeAspect="1"/>
          </p:cNvPicPr>
          <p:nvPr/>
        </p:nvPicPr>
        <p:blipFill>
          <a:blip r:embed="rId6"/>
          <a:stretch>
            <a:fillRect/>
          </a:stretch>
        </p:blipFill>
        <p:spPr>
          <a:xfrm>
            <a:off x="33618" y="4159494"/>
            <a:ext cx="330797" cy="276667"/>
          </a:xfrm>
          <a:prstGeom prst="rect">
            <a:avLst/>
          </a:prstGeom>
        </p:spPr>
      </p:pic>
      <p:pic>
        <p:nvPicPr>
          <p:cNvPr id="11" name="Picture 10" descr="image.png"/>
          <p:cNvPicPr>
            <a:picLocks noChangeAspect="1"/>
          </p:cNvPicPr>
          <p:nvPr/>
        </p:nvPicPr>
        <p:blipFill>
          <a:blip r:embed="rId7"/>
          <a:stretch>
            <a:fillRect/>
          </a:stretch>
        </p:blipFill>
        <p:spPr>
          <a:xfrm>
            <a:off x="33618" y="4555339"/>
            <a:ext cx="330797" cy="330797"/>
          </a:xfrm>
          <a:prstGeom prst="rect">
            <a:avLst/>
          </a:prstGeom>
        </p:spPr>
      </p:pic>
      <p:pic>
        <p:nvPicPr>
          <p:cNvPr id="12" name="Picture 11" descr="image.png"/>
          <p:cNvPicPr>
            <a:picLocks noChangeAspect="1"/>
          </p:cNvPicPr>
          <p:nvPr/>
        </p:nvPicPr>
        <p:blipFill>
          <a:blip r:embed="rId8"/>
          <a:stretch>
            <a:fillRect/>
          </a:stretch>
        </p:blipFill>
        <p:spPr>
          <a:xfrm>
            <a:off x="33618" y="4985287"/>
            <a:ext cx="330797" cy="316721"/>
          </a:xfrm>
          <a:prstGeom prst="rect">
            <a:avLst/>
          </a:prstGeom>
        </p:spPr>
      </p:pic>
      <p:pic>
        <p:nvPicPr>
          <p:cNvPr id="13" name="Picture 12" descr="image.png"/>
          <p:cNvPicPr>
            <a:picLocks noChangeAspect="1"/>
          </p:cNvPicPr>
          <p:nvPr/>
        </p:nvPicPr>
        <p:blipFill>
          <a:blip r:embed="rId9"/>
          <a:stretch>
            <a:fillRect/>
          </a:stretch>
        </p:blipFill>
        <p:spPr>
          <a:xfrm>
            <a:off x="33618" y="5484326"/>
            <a:ext cx="330797" cy="164464"/>
          </a:xfrm>
          <a:prstGeom prst="rect">
            <a:avLst/>
          </a:prstGeom>
        </p:spPr>
      </p:pic>
    </p:spTree>
    <p:extLst>
      <p:ext uri="{BB962C8B-B14F-4D97-AF65-F5344CB8AC3E}">
        <p14:creationId xmlns:p14="http://schemas.microsoft.com/office/powerpoint/2010/main" val="400276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C5E04-E30C-4450-C6E3-CF31D2CD2E8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70CAD4E-E406-29C9-C864-93A97BF6A6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19A4B39-5FA0-9AEF-9094-7BC69A294AE9}"/>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B9F10CA3-B5C8-347F-72A3-F82FEDED5E95}"/>
              </a:ext>
            </a:extLst>
          </p:cNvPr>
          <p:cNvSpPr>
            <a:spLocks noGrp="1"/>
          </p:cNvSpPr>
          <p:nvPr>
            <p:ph type="ftr" sz="quarter" idx="11"/>
          </p:nvPr>
        </p:nvSpPr>
        <p:spPr/>
        <p:txBody>
          <a:bodyPr/>
          <a:lstStyle/>
          <a:p>
            <a:r>
              <a:t>▓▓▓▓▓▓▓▓▓▓▓▓▓▓▓▓▓▓▓▓▓▓▓▓▓▓▓▓▓▓▓▓▓▓▓░░░░░░░░░░░░░░░ 71%</a:t>
            </a:r>
          </a:p>
        </p:txBody>
      </p:sp>
      <p:pic>
        <p:nvPicPr>
          <p:cNvPr id="6" name="Picture 5" descr="image.png"/>
          <p:cNvPicPr>
            <a:picLocks noChangeAspect="1"/>
          </p:cNvPicPr>
          <p:nvPr/>
        </p:nvPicPr>
        <p:blipFill>
          <a:blip r:embed="rId2"/>
          <a:stretch>
            <a:fillRect/>
          </a:stretch>
        </p:blipFill>
        <p:spPr>
          <a:xfrm>
            <a:off x="33618" y="2440789"/>
            <a:ext cx="330797" cy="330797"/>
          </a:xfrm>
          <a:prstGeom prst="rect">
            <a:avLst/>
          </a:prstGeom>
        </p:spPr>
      </p:pic>
      <p:pic>
        <p:nvPicPr>
          <p:cNvPr id="7" name="Picture 6" descr="image.png"/>
          <p:cNvPicPr>
            <a:picLocks noChangeAspect="1"/>
          </p:cNvPicPr>
          <p:nvPr/>
        </p:nvPicPr>
        <p:blipFill>
          <a:blip r:embed="rId3"/>
          <a:stretch>
            <a:fillRect/>
          </a:stretch>
        </p:blipFill>
        <p:spPr>
          <a:xfrm>
            <a:off x="33618" y="2863699"/>
            <a:ext cx="330797" cy="330797"/>
          </a:xfrm>
          <a:prstGeom prst="rect">
            <a:avLst/>
          </a:prstGeom>
        </p:spPr>
      </p:pic>
      <p:pic>
        <p:nvPicPr>
          <p:cNvPr id="8" name="Picture 7" descr="image.png"/>
          <p:cNvPicPr>
            <a:picLocks noChangeAspect="1"/>
          </p:cNvPicPr>
          <p:nvPr/>
        </p:nvPicPr>
        <p:blipFill>
          <a:blip r:embed="rId4"/>
          <a:stretch>
            <a:fillRect/>
          </a:stretch>
        </p:blipFill>
        <p:spPr>
          <a:xfrm>
            <a:off x="33618" y="3286609"/>
            <a:ext cx="330797" cy="330797"/>
          </a:xfrm>
          <a:prstGeom prst="rect">
            <a:avLst/>
          </a:prstGeom>
        </p:spPr>
      </p:pic>
      <p:pic>
        <p:nvPicPr>
          <p:cNvPr id="9" name="Picture 8" descr="image.png"/>
          <p:cNvPicPr>
            <a:picLocks noChangeAspect="1"/>
          </p:cNvPicPr>
          <p:nvPr/>
        </p:nvPicPr>
        <p:blipFill>
          <a:blip r:embed="rId5"/>
          <a:stretch>
            <a:fillRect/>
          </a:stretch>
        </p:blipFill>
        <p:spPr>
          <a:xfrm>
            <a:off x="33618" y="3709519"/>
            <a:ext cx="330797" cy="330797"/>
          </a:xfrm>
          <a:prstGeom prst="rect">
            <a:avLst/>
          </a:prstGeom>
        </p:spPr>
      </p:pic>
      <p:pic>
        <p:nvPicPr>
          <p:cNvPr id="10" name="Picture 9" descr="image.png"/>
          <p:cNvPicPr>
            <a:picLocks noChangeAspect="1"/>
          </p:cNvPicPr>
          <p:nvPr/>
        </p:nvPicPr>
        <p:blipFill>
          <a:blip r:embed="rId6"/>
          <a:stretch>
            <a:fillRect/>
          </a:stretch>
        </p:blipFill>
        <p:spPr>
          <a:xfrm>
            <a:off x="33618" y="4132429"/>
            <a:ext cx="330797" cy="330797"/>
          </a:xfrm>
          <a:prstGeom prst="rect">
            <a:avLst/>
          </a:prstGeom>
        </p:spPr>
      </p:pic>
      <p:pic>
        <p:nvPicPr>
          <p:cNvPr id="11" name="Picture 10" descr="image.png"/>
          <p:cNvPicPr>
            <a:picLocks noChangeAspect="1"/>
          </p:cNvPicPr>
          <p:nvPr/>
        </p:nvPicPr>
        <p:blipFill>
          <a:blip r:embed="rId7"/>
          <a:stretch>
            <a:fillRect/>
          </a:stretch>
        </p:blipFill>
        <p:spPr>
          <a:xfrm>
            <a:off x="33618" y="4555339"/>
            <a:ext cx="330797" cy="330797"/>
          </a:xfrm>
          <a:prstGeom prst="rect">
            <a:avLst/>
          </a:prstGeom>
        </p:spPr>
      </p:pic>
      <p:pic>
        <p:nvPicPr>
          <p:cNvPr id="12" name="Picture 11" descr="image.png"/>
          <p:cNvPicPr>
            <a:picLocks noChangeAspect="1"/>
          </p:cNvPicPr>
          <p:nvPr/>
        </p:nvPicPr>
        <p:blipFill>
          <a:blip r:embed="rId8"/>
          <a:stretch>
            <a:fillRect/>
          </a:stretch>
        </p:blipFill>
        <p:spPr>
          <a:xfrm>
            <a:off x="33618" y="4978249"/>
            <a:ext cx="330797" cy="330797"/>
          </a:xfrm>
          <a:prstGeom prst="rect">
            <a:avLst/>
          </a:prstGeom>
        </p:spPr>
      </p:pic>
      <p:pic>
        <p:nvPicPr>
          <p:cNvPr id="13" name="Picture 12"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2260121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D259-4972-7470-079C-65589380DDB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CA871D0-3911-70D6-F52C-0850FC70C0D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72A87F0-CFA0-08F0-3442-AB8522D3FCC2}"/>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BABB1067-65AE-400F-804B-F0934A24E390}"/>
              </a:ext>
            </a:extLst>
          </p:cNvPr>
          <p:cNvSpPr>
            <a:spLocks noGrp="1"/>
          </p:cNvSpPr>
          <p:nvPr>
            <p:ph type="ftr" sz="quarter" idx="11"/>
          </p:nvPr>
        </p:nvSpPr>
        <p:spPr/>
        <p:txBody>
          <a:bodyPr/>
          <a:lstStyle/>
          <a:p>
            <a:r>
              <a:t>▓▓▓▓▓▓▓▓▓▓▓▓▓▓▓▓▓▓▓▓▓▓▓▓▓▓▓▓▓▓▓▓▓▓▓▓▓▓▓░░░░░░░░░░░ 78%</a:t>
            </a:r>
          </a:p>
        </p:txBody>
      </p:sp>
      <p:pic>
        <p:nvPicPr>
          <p:cNvPr id="6" name="Picture 5" descr="image.png"/>
          <p:cNvPicPr>
            <a:picLocks noChangeAspect="1"/>
          </p:cNvPicPr>
          <p:nvPr/>
        </p:nvPicPr>
        <p:blipFill>
          <a:blip r:embed="rId2"/>
          <a:stretch>
            <a:fillRect/>
          </a:stretch>
        </p:blipFill>
        <p:spPr>
          <a:xfrm>
            <a:off x="33618" y="2565025"/>
            <a:ext cx="330797" cy="82325"/>
          </a:xfrm>
          <a:prstGeom prst="rect">
            <a:avLst/>
          </a:prstGeom>
        </p:spPr>
      </p:pic>
      <p:pic>
        <p:nvPicPr>
          <p:cNvPr id="7" name="Picture 6" descr="image.png"/>
          <p:cNvPicPr>
            <a:picLocks noChangeAspect="1"/>
          </p:cNvPicPr>
          <p:nvPr/>
        </p:nvPicPr>
        <p:blipFill>
          <a:blip r:embed="rId3"/>
          <a:stretch>
            <a:fillRect/>
          </a:stretch>
        </p:blipFill>
        <p:spPr>
          <a:xfrm>
            <a:off x="33618" y="2863699"/>
            <a:ext cx="330797" cy="330797"/>
          </a:xfrm>
          <a:prstGeom prst="rect">
            <a:avLst/>
          </a:prstGeom>
        </p:spPr>
      </p:pic>
      <p:pic>
        <p:nvPicPr>
          <p:cNvPr id="8" name="Picture 7" descr="image.png"/>
          <p:cNvPicPr>
            <a:picLocks noChangeAspect="1"/>
          </p:cNvPicPr>
          <p:nvPr/>
        </p:nvPicPr>
        <p:blipFill>
          <a:blip r:embed="rId4"/>
          <a:stretch>
            <a:fillRect/>
          </a:stretch>
        </p:blipFill>
        <p:spPr>
          <a:xfrm>
            <a:off x="33618" y="3286609"/>
            <a:ext cx="330797" cy="330797"/>
          </a:xfrm>
          <a:prstGeom prst="rect">
            <a:avLst/>
          </a:prstGeom>
        </p:spPr>
      </p:pic>
      <p:pic>
        <p:nvPicPr>
          <p:cNvPr id="9" name="Picture 8" descr="image.png"/>
          <p:cNvPicPr>
            <a:picLocks noChangeAspect="1"/>
          </p:cNvPicPr>
          <p:nvPr/>
        </p:nvPicPr>
        <p:blipFill>
          <a:blip r:embed="rId5"/>
          <a:stretch>
            <a:fillRect/>
          </a:stretch>
        </p:blipFill>
        <p:spPr>
          <a:xfrm>
            <a:off x="33618" y="3709519"/>
            <a:ext cx="330797" cy="330797"/>
          </a:xfrm>
          <a:prstGeom prst="rect">
            <a:avLst/>
          </a:prstGeom>
        </p:spPr>
      </p:pic>
      <p:pic>
        <p:nvPicPr>
          <p:cNvPr id="10" name="Picture 9" descr="image.png"/>
          <p:cNvPicPr>
            <a:picLocks noChangeAspect="1"/>
          </p:cNvPicPr>
          <p:nvPr/>
        </p:nvPicPr>
        <p:blipFill>
          <a:blip r:embed="rId6"/>
          <a:stretch>
            <a:fillRect/>
          </a:stretch>
        </p:blipFill>
        <p:spPr>
          <a:xfrm>
            <a:off x="33618" y="4132429"/>
            <a:ext cx="330797" cy="330797"/>
          </a:xfrm>
          <a:prstGeom prst="rect">
            <a:avLst/>
          </a:prstGeom>
        </p:spPr>
      </p:pic>
      <p:pic>
        <p:nvPicPr>
          <p:cNvPr id="11" name="Picture 10" descr="image.png"/>
          <p:cNvPicPr>
            <a:picLocks noChangeAspect="1"/>
          </p:cNvPicPr>
          <p:nvPr/>
        </p:nvPicPr>
        <p:blipFill>
          <a:blip r:embed="rId7"/>
          <a:stretch>
            <a:fillRect/>
          </a:stretch>
        </p:blipFill>
        <p:spPr>
          <a:xfrm>
            <a:off x="33618" y="4555339"/>
            <a:ext cx="330797" cy="330797"/>
          </a:xfrm>
          <a:prstGeom prst="rect">
            <a:avLst/>
          </a:prstGeom>
        </p:spPr>
      </p:pic>
      <p:pic>
        <p:nvPicPr>
          <p:cNvPr id="12" name="Picture 11" descr="image.png"/>
          <p:cNvPicPr>
            <a:picLocks noChangeAspect="1"/>
          </p:cNvPicPr>
          <p:nvPr/>
        </p:nvPicPr>
        <p:blipFill>
          <a:blip r:embed="rId8"/>
          <a:stretch>
            <a:fillRect/>
          </a:stretch>
        </p:blipFill>
        <p:spPr>
          <a:xfrm>
            <a:off x="33618" y="4978249"/>
            <a:ext cx="330797" cy="330797"/>
          </a:xfrm>
          <a:prstGeom prst="rect">
            <a:avLst/>
          </a:prstGeom>
        </p:spPr>
      </p:pic>
      <p:pic>
        <p:nvPicPr>
          <p:cNvPr id="13" name="Picture 12"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229039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E4CD-8735-E08B-A2E1-47EC260F8D0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48EC121-9EBC-CA8F-B10C-D00AFDE563A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91170BC-141C-557E-C324-1321EA12B531}"/>
              </a:ext>
            </a:extLst>
          </p:cNvPr>
          <p:cNvSpPr>
            <a:spLocks noGrp="1"/>
          </p:cNvSpPr>
          <p:nvPr>
            <p:ph type="dt" sz="half" idx="10"/>
          </p:nvPr>
        </p:nvSpPr>
        <p:spPr/>
        <p:txBody>
          <a:bodyPr/>
          <a:lstStyle/>
          <a:p>
            <a:r>
              <a:rPr lang="en-US"/>
              <a:t>2025-05-02</a:t>
            </a:r>
            <a:endParaRPr lang="en-US" dirty="0"/>
          </a:p>
        </p:txBody>
      </p:sp>
      <p:sp>
        <p:nvSpPr>
          <p:cNvPr id="5" name="Footer Placeholder 4">
            <a:extLst>
              <a:ext uri="{FF2B5EF4-FFF2-40B4-BE49-F238E27FC236}">
                <a16:creationId xmlns:a16="http://schemas.microsoft.com/office/drawing/2014/main" id="{EB92EC7A-7937-1D9F-6258-C6C1F468E7F1}"/>
              </a:ext>
            </a:extLst>
          </p:cNvPr>
          <p:cNvSpPr>
            <a:spLocks noGrp="1"/>
          </p:cNvSpPr>
          <p:nvPr>
            <p:ph type="ftr" sz="quarter" idx="11"/>
          </p:nvPr>
        </p:nvSpPr>
        <p:spPr/>
        <p:txBody>
          <a:bodyPr/>
          <a:lstStyle/>
          <a:p>
            <a:r>
              <a:t>▓▓▓▓▓▓▓▓▓▓▓▓▓▓▓▓▓▓▓▓▓▓▓▓▓▓▓▓▓▓▓▓▓▓▓▓▓▓▓▓▓▓░░░░░░░░ 85%</a:t>
            </a:r>
          </a:p>
        </p:txBody>
      </p:sp>
      <p:pic>
        <p:nvPicPr>
          <p:cNvPr id="6" name="Picture 5" descr="image.png"/>
          <p:cNvPicPr>
            <a:picLocks noChangeAspect="1"/>
          </p:cNvPicPr>
          <p:nvPr/>
        </p:nvPicPr>
        <p:blipFill>
          <a:blip r:embed="rId2"/>
          <a:stretch>
            <a:fillRect/>
          </a:stretch>
        </p:blipFill>
        <p:spPr>
          <a:xfrm>
            <a:off x="36302" y="2415878"/>
            <a:ext cx="325429" cy="380619"/>
          </a:xfrm>
          <a:prstGeom prst="rect">
            <a:avLst/>
          </a:prstGeom>
        </p:spPr>
      </p:pic>
      <p:pic>
        <p:nvPicPr>
          <p:cNvPr id="7" name="Picture 6" descr="image.png"/>
          <p:cNvPicPr>
            <a:picLocks noChangeAspect="1"/>
          </p:cNvPicPr>
          <p:nvPr/>
        </p:nvPicPr>
        <p:blipFill>
          <a:blip r:embed="rId3"/>
          <a:stretch>
            <a:fillRect/>
          </a:stretch>
        </p:blipFill>
        <p:spPr>
          <a:xfrm>
            <a:off x="33618" y="2863699"/>
            <a:ext cx="330797" cy="330797"/>
          </a:xfrm>
          <a:prstGeom prst="rect">
            <a:avLst/>
          </a:prstGeom>
        </p:spPr>
      </p:pic>
      <p:pic>
        <p:nvPicPr>
          <p:cNvPr id="8" name="Picture 7" descr="image.png"/>
          <p:cNvPicPr>
            <a:picLocks noChangeAspect="1"/>
          </p:cNvPicPr>
          <p:nvPr/>
        </p:nvPicPr>
        <p:blipFill>
          <a:blip r:embed="rId4"/>
          <a:stretch>
            <a:fillRect/>
          </a:stretch>
        </p:blipFill>
        <p:spPr>
          <a:xfrm>
            <a:off x="33618" y="3329867"/>
            <a:ext cx="330797" cy="244281"/>
          </a:xfrm>
          <a:prstGeom prst="rect">
            <a:avLst/>
          </a:prstGeom>
        </p:spPr>
      </p:pic>
      <p:pic>
        <p:nvPicPr>
          <p:cNvPr id="9" name="Picture 8" descr="image.png"/>
          <p:cNvPicPr>
            <a:picLocks noChangeAspect="1"/>
          </p:cNvPicPr>
          <p:nvPr/>
        </p:nvPicPr>
        <p:blipFill>
          <a:blip r:embed="rId5"/>
          <a:stretch>
            <a:fillRect/>
          </a:stretch>
        </p:blipFill>
        <p:spPr>
          <a:xfrm>
            <a:off x="33618" y="3792686"/>
            <a:ext cx="330797" cy="164464"/>
          </a:xfrm>
          <a:prstGeom prst="rect">
            <a:avLst/>
          </a:prstGeom>
        </p:spPr>
      </p:pic>
      <p:pic>
        <p:nvPicPr>
          <p:cNvPr id="10" name="Picture 9" descr="image.png"/>
          <p:cNvPicPr>
            <a:picLocks noChangeAspect="1"/>
          </p:cNvPicPr>
          <p:nvPr/>
        </p:nvPicPr>
        <p:blipFill>
          <a:blip r:embed="rId6"/>
          <a:stretch>
            <a:fillRect/>
          </a:stretch>
        </p:blipFill>
        <p:spPr>
          <a:xfrm>
            <a:off x="33618" y="4132429"/>
            <a:ext cx="330797" cy="330797"/>
          </a:xfrm>
          <a:prstGeom prst="rect">
            <a:avLst/>
          </a:prstGeom>
        </p:spPr>
      </p:pic>
      <p:pic>
        <p:nvPicPr>
          <p:cNvPr id="11" name="Picture 10" descr="image.png"/>
          <p:cNvPicPr>
            <a:picLocks noChangeAspect="1"/>
          </p:cNvPicPr>
          <p:nvPr/>
        </p:nvPicPr>
        <p:blipFill>
          <a:blip r:embed="rId7"/>
          <a:stretch>
            <a:fillRect/>
          </a:stretch>
        </p:blipFill>
        <p:spPr>
          <a:xfrm>
            <a:off x="50014" y="4530428"/>
            <a:ext cx="298004" cy="380619"/>
          </a:xfrm>
          <a:prstGeom prst="rect">
            <a:avLst/>
          </a:prstGeom>
        </p:spPr>
      </p:pic>
      <p:pic>
        <p:nvPicPr>
          <p:cNvPr id="12" name="Picture 11" descr="image.png"/>
          <p:cNvPicPr>
            <a:picLocks noChangeAspect="1"/>
          </p:cNvPicPr>
          <p:nvPr/>
        </p:nvPicPr>
        <p:blipFill>
          <a:blip r:embed="rId8"/>
          <a:stretch>
            <a:fillRect/>
          </a:stretch>
        </p:blipFill>
        <p:spPr>
          <a:xfrm>
            <a:off x="33618" y="4978249"/>
            <a:ext cx="330797" cy="330797"/>
          </a:xfrm>
          <a:prstGeom prst="rect">
            <a:avLst/>
          </a:prstGeom>
        </p:spPr>
      </p:pic>
      <p:pic>
        <p:nvPicPr>
          <p:cNvPr id="13" name="Picture 12" descr="image.png"/>
          <p:cNvPicPr>
            <a:picLocks noChangeAspect="1"/>
          </p:cNvPicPr>
          <p:nvPr/>
        </p:nvPicPr>
        <p:blipFill>
          <a:blip r:embed="rId9"/>
          <a:stretch>
            <a:fillRect/>
          </a:stretch>
        </p:blipFill>
        <p:spPr>
          <a:xfrm>
            <a:off x="33618" y="5401159"/>
            <a:ext cx="330797" cy="330797"/>
          </a:xfrm>
          <a:prstGeom prst="rect">
            <a:avLst/>
          </a:prstGeom>
        </p:spPr>
      </p:pic>
    </p:spTree>
    <p:extLst>
      <p:ext uri="{BB962C8B-B14F-4D97-AF65-F5344CB8AC3E}">
        <p14:creationId xmlns:p14="http://schemas.microsoft.com/office/powerpoint/2010/main" val="3195970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a:xfrm>
            <a:off x="831850" y="1709739"/>
            <a:ext cx="10515600" cy="1947862"/>
          </a:xfrm>
        </p:spPr>
        <p:txBody>
          <a:bodyPr>
            <a:normAutofit/>
          </a:bodyPr>
          <a:lstStyle/>
          <a:p>
            <a:pPr algn="ctr"/>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a:xfrm>
            <a:off x="831850" y="5148262"/>
            <a:ext cx="10515600" cy="941388"/>
          </a:xfrm>
        </p:spPr>
        <p:txBody>
          <a:bodyPr>
            <a:normAutofit/>
          </a:bodyPr>
          <a:lstStyle/>
          <a:p>
            <a:pPr algn="ctr"/>
            <a:r>
              <a:rPr lang="en-US" sz="2000" i="1" dirty="0"/>
              <a:t>The comment text was accident.</a:t>
            </a:r>
          </a:p>
        </p:txBody>
      </p:sp>
      <p:sp>
        <p:nvSpPr>
          <p:cNvPr id="4" name="Date Placeholder 3">
            <a:extLst>
              <a:ext uri="{FF2B5EF4-FFF2-40B4-BE49-F238E27FC236}">
                <a16:creationId xmlns:a16="http://schemas.microsoft.com/office/drawing/2014/main" id="{83147C00-4521-5690-B3FB-CE70010AA583}"/>
              </a:ext>
            </a:extLst>
          </p:cNvPr>
          <p:cNvSpPr>
            <a:spLocks noGrp="1"/>
          </p:cNvSpPr>
          <p:nvPr>
            <p:ph type="dt" sz="half" idx="10"/>
          </p:nvPr>
        </p:nvSpPr>
        <p:spPr>
          <a:xfrm>
            <a:off x="8733725" y="0"/>
            <a:ext cx="1467550" cy="365125"/>
          </a:xfrm>
        </p:spPr>
        <p:txBody>
          <a:bodyPr/>
          <a:lstStyle/>
          <a:p>
            <a:r>
              <a:rPr lang="en-US"/>
              <a:t>2025-05-02</a:t>
            </a:r>
          </a:p>
        </p:txBody>
      </p:sp>
      <p:sp>
        <p:nvSpPr>
          <p:cNvPr id="7" name="Footer Placeholder 6">
            <a:extLst>
              <a:ext uri="{FF2B5EF4-FFF2-40B4-BE49-F238E27FC236}">
                <a16:creationId xmlns:a16="http://schemas.microsoft.com/office/drawing/2014/main" id="{A474E3BB-DA96-C267-0FD5-83B8B2F7370D}"/>
              </a:ext>
            </a:extLst>
          </p:cNvPr>
          <p:cNvSpPr>
            <a:spLocks noGrp="1"/>
          </p:cNvSpPr>
          <p:nvPr>
            <p:ph type="ftr" sz="quarter" idx="11"/>
          </p:nvPr>
        </p:nvSpPr>
        <p:spPr/>
        <p:txBody>
          <a:bodyPr/>
          <a:lstStyle/>
          <a:p>
            <a:r>
              <a:t>▓▓▓▓▓▓▓▓▓▓▓▓▓▓▓▓▓▓▓▓▓▓▓▓▓▓▓▓▓▓▓▓▓▓▓▓▓▓▓▓▓▓▓▓▓▓░░░░ 92%</a:t>
            </a:r>
          </a:p>
        </p:txBody>
      </p:sp>
      <p:pic>
        <p:nvPicPr>
          <p:cNvPr id="8" name="Picture 7" descr="image.png"/>
          <p:cNvPicPr>
            <a:picLocks noChangeAspect="1"/>
          </p:cNvPicPr>
          <p:nvPr/>
        </p:nvPicPr>
        <p:blipFill>
          <a:blip r:embed="rId3"/>
          <a:stretch>
            <a:fillRect/>
          </a:stretch>
        </p:blipFill>
        <p:spPr>
          <a:xfrm>
            <a:off x="33618" y="2440789"/>
            <a:ext cx="330797" cy="330797"/>
          </a:xfrm>
          <a:prstGeom prst="rect">
            <a:avLst/>
          </a:prstGeom>
        </p:spPr>
      </p:pic>
      <p:pic>
        <p:nvPicPr>
          <p:cNvPr id="9" name="Picture 8" descr="image.png"/>
          <p:cNvPicPr>
            <a:picLocks noChangeAspect="1"/>
          </p:cNvPicPr>
          <p:nvPr/>
        </p:nvPicPr>
        <p:blipFill>
          <a:blip r:embed="rId4"/>
          <a:stretch>
            <a:fillRect/>
          </a:stretch>
        </p:blipFill>
        <p:spPr>
          <a:xfrm>
            <a:off x="33618" y="2863699"/>
            <a:ext cx="330797" cy="330797"/>
          </a:xfrm>
          <a:prstGeom prst="rect">
            <a:avLst/>
          </a:prstGeom>
        </p:spPr>
      </p:pic>
      <p:pic>
        <p:nvPicPr>
          <p:cNvPr id="10" name="Picture 9" descr="image.png"/>
          <p:cNvPicPr>
            <a:picLocks noChangeAspect="1"/>
          </p:cNvPicPr>
          <p:nvPr/>
        </p:nvPicPr>
        <p:blipFill>
          <a:blip r:embed="rId5"/>
          <a:stretch>
            <a:fillRect/>
          </a:stretch>
        </p:blipFill>
        <p:spPr>
          <a:xfrm>
            <a:off x="33618" y="3286609"/>
            <a:ext cx="330797" cy="330797"/>
          </a:xfrm>
          <a:prstGeom prst="rect">
            <a:avLst/>
          </a:prstGeom>
        </p:spPr>
      </p:pic>
      <p:pic>
        <p:nvPicPr>
          <p:cNvPr id="11" name="Picture 10" descr="image.png"/>
          <p:cNvPicPr>
            <a:picLocks noChangeAspect="1"/>
          </p:cNvPicPr>
          <p:nvPr/>
        </p:nvPicPr>
        <p:blipFill>
          <a:blip r:embed="rId6"/>
          <a:stretch>
            <a:fillRect/>
          </a:stretch>
        </p:blipFill>
        <p:spPr>
          <a:xfrm>
            <a:off x="33618" y="3723176"/>
            <a:ext cx="330797" cy="303484"/>
          </a:xfrm>
          <a:prstGeom prst="rect">
            <a:avLst/>
          </a:prstGeom>
        </p:spPr>
      </p:pic>
      <p:pic>
        <p:nvPicPr>
          <p:cNvPr id="12" name="Picture 11" descr="image.png"/>
          <p:cNvPicPr>
            <a:picLocks noChangeAspect="1"/>
          </p:cNvPicPr>
          <p:nvPr/>
        </p:nvPicPr>
        <p:blipFill>
          <a:blip r:embed="rId7"/>
          <a:stretch>
            <a:fillRect/>
          </a:stretch>
        </p:blipFill>
        <p:spPr>
          <a:xfrm>
            <a:off x="33618" y="4132429"/>
            <a:ext cx="330797" cy="330797"/>
          </a:xfrm>
          <a:prstGeom prst="rect">
            <a:avLst/>
          </a:prstGeom>
        </p:spPr>
      </p:pic>
      <p:pic>
        <p:nvPicPr>
          <p:cNvPr id="13" name="Picture 12" descr="image.png"/>
          <p:cNvPicPr>
            <a:picLocks noChangeAspect="1"/>
          </p:cNvPicPr>
          <p:nvPr/>
        </p:nvPicPr>
        <p:blipFill>
          <a:blip r:embed="rId8"/>
          <a:stretch>
            <a:fillRect/>
          </a:stretch>
        </p:blipFill>
        <p:spPr>
          <a:xfrm>
            <a:off x="33618" y="4598597"/>
            <a:ext cx="330797" cy="244281"/>
          </a:xfrm>
          <a:prstGeom prst="rect">
            <a:avLst/>
          </a:prstGeom>
        </p:spPr>
      </p:pic>
      <p:pic>
        <p:nvPicPr>
          <p:cNvPr id="14" name="Picture 13" descr="image.png"/>
          <p:cNvPicPr>
            <a:picLocks noChangeAspect="1"/>
          </p:cNvPicPr>
          <p:nvPr/>
        </p:nvPicPr>
        <p:blipFill>
          <a:blip r:embed="rId9"/>
          <a:stretch>
            <a:fillRect/>
          </a:stretch>
        </p:blipFill>
        <p:spPr>
          <a:xfrm>
            <a:off x="33618" y="4978249"/>
            <a:ext cx="330797" cy="330797"/>
          </a:xfrm>
          <a:prstGeom prst="rect">
            <a:avLst/>
          </a:prstGeom>
        </p:spPr>
      </p:pic>
      <p:pic>
        <p:nvPicPr>
          <p:cNvPr id="15" name="Picture 14" descr="image.png"/>
          <p:cNvPicPr>
            <a:picLocks noChangeAspect="1"/>
          </p:cNvPicPr>
          <p:nvPr/>
        </p:nvPicPr>
        <p:blipFill>
          <a:blip r:embed="rId10"/>
          <a:stretch>
            <a:fillRect/>
          </a:stretch>
        </p:blipFill>
        <p:spPr>
          <a:xfrm>
            <a:off x="33618" y="5401159"/>
            <a:ext cx="330797" cy="330797"/>
          </a:xfrm>
          <a:prstGeom prst="rect">
            <a:avLst/>
          </a:prstGeom>
        </p:spPr>
      </p:pic>
    </p:spTree>
    <p:extLst>
      <p:ext uri="{BB962C8B-B14F-4D97-AF65-F5344CB8AC3E}">
        <p14:creationId xmlns:p14="http://schemas.microsoft.com/office/powerpoint/2010/main" val="1914040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solidFill>
                  <a:schemeClr val="bg1"/>
                </a:solidFill>
              </a:rPr>
              <a:t>Place your session </a:t>
            </a:r>
          </a:p>
          <a:p>
            <a:pPr algn="ctr"/>
            <a:r>
              <a:rPr lang="en-US" sz="2000" b="1" dirty="0">
                <a:solidFill>
                  <a:schemeClr val="bg1"/>
                </a:solidFill>
              </a:rPr>
              <a:t>specific QR code here! </a:t>
            </a:r>
            <a:br>
              <a:rPr lang="en-US" sz="2000" b="1" dirty="0">
                <a:solidFill>
                  <a:schemeClr val="bg1"/>
                </a:solidFill>
              </a:rPr>
            </a:br>
            <a:r>
              <a:rPr lang="en-US" sz="2000" b="1" dirty="0">
                <a:solidFill>
                  <a:schemeClr val="bg1"/>
                </a:solidFill>
                <a:hlinkClick r:id="rId4"/>
              </a:rPr>
              <a:t>https://sessionize.com/boise-code-camp-2026/dashboard#_tab-feedback</a:t>
            </a:r>
            <a:endParaRPr lang="en-US" sz="2000" b="1" dirty="0">
              <a:solidFill>
                <a:schemeClr val="bg1"/>
              </a:solidFill>
            </a:endParaRP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Custom 5">
      <a:dk1>
        <a:srgbClr val="FFFFFF"/>
      </a:dk1>
      <a:lt1>
        <a:srgbClr val="000000"/>
      </a:lt1>
      <a:dk2>
        <a:srgbClr val="E8E8E8"/>
      </a:dk2>
      <a:lt2>
        <a:srgbClr val="0E2841"/>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109</TotalTime>
  <Words>565</Words>
  <Application>Microsoft Office PowerPoint</Application>
  <PresentationFormat>Widescreen</PresentationFormat>
  <Paragraphs>63</Paragraphs>
  <Slides>14</Slides>
  <Notes>4</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Some fun ideas for slides (all optional)</vt:lpstr>
      <vt:lpstr>PowerPoint Presentation</vt:lpstr>
      <vt:lpstr>PowerPoint Presentation</vt:lpstr>
      <vt:lpstr>Main session content here</vt:lpstr>
      <vt:lpstr>PowerPoint Presentation</vt:lpstr>
      <vt:lpstr>PowerPoint Presentation</vt:lpstr>
      <vt:lpstr>PowerPoint Presentation</vt:lpstr>
      <vt:lpstr>PowerPoint Presentation</vt:lpstr>
      <vt:lpstr>PowerPoint Presentation</vt:lpstr>
      <vt:lpstr>PowerPoint Presentation</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7</cp:revision>
  <dcterms:created xsi:type="dcterms:W3CDTF">2026-04-23T02:21:52Z</dcterms:created>
  <dcterms:modified xsi:type="dcterms:W3CDTF">2026-04-23T04:55:38Z</dcterms:modified>
</cp:coreProperties>
</file>