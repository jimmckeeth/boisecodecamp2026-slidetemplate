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28" r:id="rId1"/>
  </p:sldMasterIdLst>
  <p:notesMasterIdLst>
    <p:notesMasterId r:id="rId18"/>
  </p:notesMasterIdLst>
  <p:sldIdLst>
    <p:sldId id="256" r:id="rId2"/>
    <p:sldId id="261" r:id="rId3"/>
    <p:sldId id="262" r:id="rId4"/>
    <p:sldId id="270" r:id="rId5"/>
    <p:sldId id="271" r:id="rId6"/>
    <p:sldId id="257" r:id="rId7"/>
    <p:sldId id="258" r:id="rId8"/>
    <p:sldId id="260" r:id="rId9"/>
    <p:sldId id="264" r:id="rId10"/>
    <p:sldId id="265" r:id="rId11"/>
    <p:sldId id="266" r:id="rId12"/>
    <p:sldId id="267" r:id="rId13"/>
    <p:sldId id="268" r:id="rId14"/>
    <p:sldId id="269" r:id="rId15"/>
    <p:sldId id="263" r:id="rId16"/>
    <p:sldId id="259"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F3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00" autoAdjust="0"/>
    <p:restoredTop sz="94660"/>
  </p:normalViewPr>
  <p:slideViewPr>
    <p:cSldViewPr snapToGrid="0" showGuides="1">
      <p:cViewPr varScale="1">
        <p:scale>
          <a:sx n="89" d="100"/>
          <a:sy n="89" d="100"/>
        </p:scale>
        <p:origin x="64" y="14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3DB809-9F65-47C2-BD1A-7C89CA7E5A22}" type="datetimeFigureOut">
              <a:rPr lang="en-US" smtClean="0"/>
              <a:t>4/24/2026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D55F53-6044-43D7-A3BD-BA06F79C8072}" type="slidenum">
              <a:rPr lang="en-US" smtClean="0"/>
              <a:t>‹#›</a:t>
            </a:fld>
            <a:endParaRPr lang="en-US"/>
          </a:p>
        </p:txBody>
      </p:sp>
    </p:spTree>
    <p:extLst>
      <p:ext uri="{BB962C8B-B14F-4D97-AF65-F5344CB8AC3E}">
        <p14:creationId xmlns:p14="http://schemas.microsoft.com/office/powerpoint/2010/main" val="42160263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a:t>
            </a:r>
          </a:p>
        </p:txBody>
      </p:sp>
      <p:sp>
        <p:nvSpPr>
          <p:cNvPr id="4" name="Slide Number Placeholder 3"/>
          <p:cNvSpPr>
            <a:spLocks noGrp="1"/>
          </p:cNvSpPr>
          <p:nvPr>
            <p:ph type="sldNum" sz="quarter" idx="5"/>
          </p:nvPr>
        </p:nvSpPr>
        <p:spPr/>
        <p:txBody>
          <a:bodyPr/>
          <a:lstStyle/>
          <a:p>
            <a:fld id="{19D55F53-6044-43D7-A3BD-BA06F79C8072}" type="slidenum">
              <a:rPr lang="en-US" smtClean="0"/>
              <a:t>6</a:t>
            </a:fld>
            <a:endParaRPr lang="en-US"/>
          </a:p>
        </p:txBody>
      </p:sp>
    </p:spTree>
    <p:extLst>
      <p:ext uri="{BB962C8B-B14F-4D97-AF65-F5344CB8AC3E}">
        <p14:creationId xmlns:p14="http://schemas.microsoft.com/office/powerpoint/2010/main" val="28848467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Keep this slide</a:t>
            </a:r>
          </a:p>
          <a:p>
            <a:endParaRPr lang="en-US" dirty="0"/>
          </a:p>
        </p:txBody>
      </p:sp>
      <p:sp>
        <p:nvSpPr>
          <p:cNvPr id="4" name="Slide Number Placeholder 3"/>
          <p:cNvSpPr>
            <a:spLocks noGrp="1"/>
          </p:cNvSpPr>
          <p:nvPr>
            <p:ph type="sldNum" sz="quarter" idx="5"/>
          </p:nvPr>
        </p:nvSpPr>
        <p:spPr/>
        <p:txBody>
          <a:bodyPr/>
          <a:lstStyle/>
          <a:p>
            <a:fld id="{19D55F53-6044-43D7-A3BD-BA06F79C8072}" type="slidenum">
              <a:rPr lang="en-US" smtClean="0"/>
              <a:t>7</a:t>
            </a:fld>
            <a:endParaRPr lang="en-US"/>
          </a:p>
        </p:txBody>
      </p:sp>
    </p:spTree>
    <p:extLst>
      <p:ext uri="{BB962C8B-B14F-4D97-AF65-F5344CB8AC3E}">
        <p14:creationId xmlns:p14="http://schemas.microsoft.com/office/powerpoint/2010/main" val="26100826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D55F53-6044-43D7-A3BD-BA06F79C8072}" type="slidenum">
              <a:rPr lang="en-US" smtClean="0"/>
              <a:t>15</a:t>
            </a:fld>
            <a:endParaRPr lang="en-US"/>
          </a:p>
        </p:txBody>
      </p:sp>
    </p:spTree>
    <p:extLst>
      <p:ext uri="{BB962C8B-B14F-4D97-AF65-F5344CB8AC3E}">
        <p14:creationId xmlns:p14="http://schemas.microsoft.com/office/powerpoint/2010/main" val="15701748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Keep this slide</a:t>
            </a:r>
          </a:p>
          <a:p>
            <a:endParaRPr lang="en-US" dirty="0"/>
          </a:p>
        </p:txBody>
      </p:sp>
      <p:sp>
        <p:nvSpPr>
          <p:cNvPr id="4" name="Slide Number Placeholder 3"/>
          <p:cNvSpPr>
            <a:spLocks noGrp="1"/>
          </p:cNvSpPr>
          <p:nvPr>
            <p:ph type="sldNum" sz="quarter" idx="5"/>
          </p:nvPr>
        </p:nvSpPr>
        <p:spPr/>
        <p:txBody>
          <a:bodyPr/>
          <a:lstStyle/>
          <a:p>
            <a:fld id="{19D55F53-6044-43D7-A3BD-BA06F79C8072}" type="slidenum">
              <a:rPr lang="en-US" smtClean="0"/>
              <a:t>16</a:t>
            </a:fld>
            <a:endParaRPr lang="en-US"/>
          </a:p>
        </p:txBody>
      </p:sp>
    </p:spTree>
    <p:extLst>
      <p:ext uri="{BB962C8B-B14F-4D97-AF65-F5344CB8AC3E}">
        <p14:creationId xmlns:p14="http://schemas.microsoft.com/office/powerpoint/2010/main" val="351365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C4318-066F-3427-0900-8280D5872AD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A5F08AA-7D75-A52E-F3D3-9BA505D4FBB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2" name="Date Placeholder 11">
            <a:extLst>
              <a:ext uri="{FF2B5EF4-FFF2-40B4-BE49-F238E27FC236}">
                <a16:creationId xmlns:a16="http://schemas.microsoft.com/office/drawing/2014/main" id="{5527E907-5949-1958-DDC0-71E85FF28667}"/>
              </a:ext>
            </a:extLst>
          </p:cNvPr>
          <p:cNvSpPr>
            <a:spLocks noGrp="1"/>
          </p:cNvSpPr>
          <p:nvPr>
            <p:ph type="dt" sz="half" idx="10"/>
          </p:nvPr>
        </p:nvSpPr>
        <p:spPr/>
        <p:txBody>
          <a:bodyPr/>
          <a:lstStyle/>
          <a:p>
            <a:r>
              <a:rPr lang="en-US"/>
              <a:t>2025-05-02</a:t>
            </a:r>
            <a:endParaRPr lang="en-US" dirty="0"/>
          </a:p>
        </p:txBody>
      </p:sp>
      <p:sp>
        <p:nvSpPr>
          <p:cNvPr id="13" name="Footer Placeholder 12">
            <a:extLst>
              <a:ext uri="{FF2B5EF4-FFF2-40B4-BE49-F238E27FC236}">
                <a16:creationId xmlns:a16="http://schemas.microsoft.com/office/drawing/2014/main" id="{F40FA700-74B5-DBAD-86DC-B200A7F8F5EB}"/>
              </a:ext>
            </a:extLst>
          </p:cNvPr>
          <p:cNvSpPr>
            <a:spLocks noGrp="1"/>
          </p:cNvSpPr>
          <p:nvPr>
            <p:ph type="ftr" sz="quarter" idx="11"/>
          </p:nvPr>
        </p:nvSpPr>
        <p:spPr/>
        <p:txBody>
          <a:bodyPr/>
          <a:lstStyle/>
          <a:p>
            <a:r>
              <a:rPr lang="en-US">
                <a:solidFill>
                  <a:schemeClr val="tx2"/>
                </a:solidFill>
              </a:rPr>
              <a:t>Progress bar</a:t>
            </a:r>
            <a:endParaRPr lang="en-US" dirty="0">
              <a:solidFill>
                <a:schemeClr val="tx2"/>
              </a:solidFill>
            </a:endParaRPr>
          </a:p>
        </p:txBody>
      </p:sp>
      <p:sp>
        <p:nvSpPr>
          <p:cNvPr id="14" name="Slide Number Placeholder 13">
            <a:extLst>
              <a:ext uri="{FF2B5EF4-FFF2-40B4-BE49-F238E27FC236}">
                <a16:creationId xmlns:a16="http://schemas.microsoft.com/office/drawing/2014/main" id="{D782F866-BA2F-84CD-7DDE-07743645878E}"/>
              </a:ext>
            </a:extLst>
          </p:cNvPr>
          <p:cNvSpPr>
            <a:spLocks noGrp="1"/>
          </p:cNvSpPr>
          <p:nvPr>
            <p:ph type="sldNum" sz="quarter" idx="12"/>
          </p:nvPr>
        </p:nvSpPr>
        <p:spPr/>
        <p:txBody>
          <a:bodyPr/>
          <a:lstStyle/>
          <a:p>
            <a:fld id="{AAD0727E-56B9-4BBF-93AB-E8100BB36987}" type="slidenum">
              <a:rPr lang="en-US" smtClean="0"/>
              <a:t>‹#›</a:t>
            </a:fld>
            <a:endParaRPr lang="en-US"/>
          </a:p>
        </p:txBody>
      </p:sp>
    </p:spTree>
    <p:extLst>
      <p:ext uri="{BB962C8B-B14F-4D97-AF65-F5344CB8AC3E}">
        <p14:creationId xmlns:p14="http://schemas.microsoft.com/office/powerpoint/2010/main" val="354726520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D26DF-E761-83FE-26EC-A93421B3F03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0B7705-90AB-017E-B76A-5755C30EA50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Date Placeholder 10">
            <a:extLst>
              <a:ext uri="{FF2B5EF4-FFF2-40B4-BE49-F238E27FC236}">
                <a16:creationId xmlns:a16="http://schemas.microsoft.com/office/drawing/2014/main" id="{6623B5E7-23BE-7B27-BE31-467ABDE1C87F}"/>
              </a:ext>
            </a:extLst>
          </p:cNvPr>
          <p:cNvSpPr>
            <a:spLocks noGrp="1"/>
          </p:cNvSpPr>
          <p:nvPr>
            <p:ph type="dt" sz="half" idx="10"/>
          </p:nvPr>
        </p:nvSpPr>
        <p:spPr/>
        <p:txBody>
          <a:bodyPr/>
          <a:lstStyle/>
          <a:p>
            <a:r>
              <a:rPr lang="en-US"/>
              <a:t>2025-05-02</a:t>
            </a:r>
            <a:endParaRPr lang="en-US" dirty="0"/>
          </a:p>
        </p:txBody>
      </p:sp>
      <p:sp>
        <p:nvSpPr>
          <p:cNvPr id="12" name="Footer Placeholder 11">
            <a:extLst>
              <a:ext uri="{FF2B5EF4-FFF2-40B4-BE49-F238E27FC236}">
                <a16:creationId xmlns:a16="http://schemas.microsoft.com/office/drawing/2014/main" id="{943CF0BE-B303-EE7A-CACA-EFE850002FD6}"/>
              </a:ext>
            </a:extLst>
          </p:cNvPr>
          <p:cNvSpPr>
            <a:spLocks noGrp="1"/>
          </p:cNvSpPr>
          <p:nvPr>
            <p:ph type="ftr" sz="quarter" idx="11"/>
          </p:nvPr>
        </p:nvSpPr>
        <p:spPr/>
        <p:txBody>
          <a:bodyPr/>
          <a:lstStyle/>
          <a:p>
            <a:r>
              <a:rPr lang="en-US">
                <a:solidFill>
                  <a:schemeClr val="tx2"/>
                </a:solidFill>
              </a:rPr>
              <a:t>Progress bar</a:t>
            </a:r>
            <a:endParaRPr lang="en-US" dirty="0">
              <a:solidFill>
                <a:schemeClr val="tx2"/>
              </a:solidFill>
            </a:endParaRPr>
          </a:p>
        </p:txBody>
      </p:sp>
      <p:sp>
        <p:nvSpPr>
          <p:cNvPr id="13" name="Slide Number Placeholder 12">
            <a:extLst>
              <a:ext uri="{FF2B5EF4-FFF2-40B4-BE49-F238E27FC236}">
                <a16:creationId xmlns:a16="http://schemas.microsoft.com/office/drawing/2014/main" id="{8905204A-1EAB-3405-A805-4E64D0A47FE7}"/>
              </a:ext>
            </a:extLst>
          </p:cNvPr>
          <p:cNvSpPr>
            <a:spLocks noGrp="1"/>
          </p:cNvSpPr>
          <p:nvPr>
            <p:ph type="sldNum" sz="quarter" idx="12"/>
          </p:nvPr>
        </p:nvSpPr>
        <p:spPr/>
        <p:txBody>
          <a:bodyPr/>
          <a:lstStyle/>
          <a:p>
            <a:fld id="{AAD0727E-56B9-4BBF-93AB-E8100BB36987}" type="slidenum">
              <a:rPr lang="en-US" smtClean="0"/>
              <a:t>‹#›</a:t>
            </a:fld>
            <a:endParaRPr lang="en-US"/>
          </a:p>
        </p:txBody>
      </p:sp>
    </p:spTree>
    <p:extLst>
      <p:ext uri="{BB962C8B-B14F-4D97-AF65-F5344CB8AC3E}">
        <p14:creationId xmlns:p14="http://schemas.microsoft.com/office/powerpoint/2010/main" val="14913268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40C4D-22DD-BBB1-92E7-2E06386FCD0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E2E7A2C-0DD4-A499-3C28-6E33CA0C85A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11" name="Date Placeholder 10">
            <a:extLst>
              <a:ext uri="{FF2B5EF4-FFF2-40B4-BE49-F238E27FC236}">
                <a16:creationId xmlns:a16="http://schemas.microsoft.com/office/drawing/2014/main" id="{AF2D8644-3F29-C787-F51A-E2026F0CF9C7}"/>
              </a:ext>
            </a:extLst>
          </p:cNvPr>
          <p:cNvSpPr>
            <a:spLocks noGrp="1"/>
          </p:cNvSpPr>
          <p:nvPr>
            <p:ph type="dt" sz="half" idx="10"/>
          </p:nvPr>
        </p:nvSpPr>
        <p:spPr/>
        <p:txBody>
          <a:bodyPr/>
          <a:lstStyle/>
          <a:p>
            <a:r>
              <a:rPr lang="en-US"/>
              <a:t>2025-05-02</a:t>
            </a:r>
            <a:endParaRPr lang="en-US" dirty="0"/>
          </a:p>
        </p:txBody>
      </p:sp>
      <p:sp>
        <p:nvSpPr>
          <p:cNvPr id="12" name="Footer Placeholder 11">
            <a:extLst>
              <a:ext uri="{FF2B5EF4-FFF2-40B4-BE49-F238E27FC236}">
                <a16:creationId xmlns:a16="http://schemas.microsoft.com/office/drawing/2014/main" id="{277C44B5-AE98-9248-21C4-12B355E2A73C}"/>
              </a:ext>
            </a:extLst>
          </p:cNvPr>
          <p:cNvSpPr>
            <a:spLocks noGrp="1"/>
          </p:cNvSpPr>
          <p:nvPr>
            <p:ph type="ftr" sz="quarter" idx="11"/>
          </p:nvPr>
        </p:nvSpPr>
        <p:spPr/>
        <p:txBody>
          <a:bodyPr/>
          <a:lstStyle/>
          <a:p>
            <a:r>
              <a:rPr lang="en-US">
                <a:solidFill>
                  <a:schemeClr val="tx2"/>
                </a:solidFill>
              </a:rPr>
              <a:t>Progress bar</a:t>
            </a:r>
            <a:endParaRPr lang="en-US" dirty="0">
              <a:solidFill>
                <a:schemeClr val="tx2"/>
              </a:solidFill>
            </a:endParaRPr>
          </a:p>
        </p:txBody>
      </p:sp>
      <p:sp>
        <p:nvSpPr>
          <p:cNvPr id="13" name="Slide Number Placeholder 12">
            <a:extLst>
              <a:ext uri="{FF2B5EF4-FFF2-40B4-BE49-F238E27FC236}">
                <a16:creationId xmlns:a16="http://schemas.microsoft.com/office/drawing/2014/main" id="{7275F0D4-8B81-5E55-D151-06716C47FD7F}"/>
              </a:ext>
            </a:extLst>
          </p:cNvPr>
          <p:cNvSpPr>
            <a:spLocks noGrp="1"/>
          </p:cNvSpPr>
          <p:nvPr>
            <p:ph type="sldNum" sz="quarter" idx="12"/>
          </p:nvPr>
        </p:nvSpPr>
        <p:spPr/>
        <p:txBody>
          <a:bodyPr/>
          <a:lstStyle/>
          <a:p>
            <a:fld id="{AAD0727E-56B9-4BBF-93AB-E8100BB36987}" type="slidenum">
              <a:rPr lang="en-US" smtClean="0"/>
              <a:t>‹#›</a:t>
            </a:fld>
            <a:endParaRPr lang="en-US"/>
          </a:p>
        </p:txBody>
      </p:sp>
    </p:spTree>
    <p:extLst>
      <p:ext uri="{BB962C8B-B14F-4D97-AF65-F5344CB8AC3E}">
        <p14:creationId xmlns:p14="http://schemas.microsoft.com/office/powerpoint/2010/main" val="34675438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461A8-649A-2B1A-A956-71E5EF5AB0B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4562C73-E3B5-FBCC-C178-E34A9E5F74B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EF85010-DE33-5E9D-1F70-B9D755286AE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BD8D740E-B05E-0AD9-F45A-2767480D248B}"/>
              </a:ext>
            </a:extLst>
          </p:cNvPr>
          <p:cNvSpPr>
            <a:spLocks noGrp="1"/>
          </p:cNvSpPr>
          <p:nvPr>
            <p:ph type="dt" sz="half" idx="10"/>
          </p:nvPr>
        </p:nvSpPr>
        <p:spPr/>
        <p:txBody>
          <a:bodyPr/>
          <a:lstStyle/>
          <a:p>
            <a:r>
              <a:rPr lang="en-US"/>
              <a:t>2025-05-02</a:t>
            </a:r>
            <a:endParaRPr lang="en-US" dirty="0"/>
          </a:p>
        </p:txBody>
      </p:sp>
      <p:sp>
        <p:nvSpPr>
          <p:cNvPr id="9" name="Footer Placeholder 8">
            <a:extLst>
              <a:ext uri="{FF2B5EF4-FFF2-40B4-BE49-F238E27FC236}">
                <a16:creationId xmlns:a16="http://schemas.microsoft.com/office/drawing/2014/main" id="{B299D379-2432-9480-389B-C0500C1239C9}"/>
              </a:ext>
            </a:extLst>
          </p:cNvPr>
          <p:cNvSpPr>
            <a:spLocks noGrp="1"/>
          </p:cNvSpPr>
          <p:nvPr>
            <p:ph type="ftr" sz="quarter" idx="11"/>
          </p:nvPr>
        </p:nvSpPr>
        <p:spPr/>
        <p:txBody>
          <a:bodyPr/>
          <a:lstStyle/>
          <a:p>
            <a:r>
              <a:rPr lang="en-US"/>
              <a:t>Progress bar</a:t>
            </a:r>
            <a:endParaRPr lang="en-US" dirty="0"/>
          </a:p>
        </p:txBody>
      </p:sp>
      <p:sp>
        <p:nvSpPr>
          <p:cNvPr id="10" name="Slide Number Placeholder 9">
            <a:extLst>
              <a:ext uri="{FF2B5EF4-FFF2-40B4-BE49-F238E27FC236}">
                <a16:creationId xmlns:a16="http://schemas.microsoft.com/office/drawing/2014/main" id="{A221CA13-1750-87AF-A577-CDCF221476CD}"/>
              </a:ext>
            </a:extLst>
          </p:cNvPr>
          <p:cNvSpPr>
            <a:spLocks noGrp="1"/>
          </p:cNvSpPr>
          <p:nvPr>
            <p:ph type="sldNum" sz="quarter" idx="12"/>
          </p:nvPr>
        </p:nvSpPr>
        <p:spPr/>
        <p:txBody>
          <a:bodyPr/>
          <a:lstStyle/>
          <a:p>
            <a:fld id="{AAD0727E-56B9-4BBF-93AB-E8100BB36987}" type="slidenum">
              <a:rPr lang="en-US" smtClean="0"/>
              <a:t>‹#›</a:t>
            </a:fld>
            <a:endParaRPr lang="en-US"/>
          </a:p>
        </p:txBody>
      </p:sp>
    </p:spTree>
    <p:extLst>
      <p:ext uri="{BB962C8B-B14F-4D97-AF65-F5344CB8AC3E}">
        <p14:creationId xmlns:p14="http://schemas.microsoft.com/office/powerpoint/2010/main" val="1379377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FE63E5-7D9A-EA13-81FD-212C3A82429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7EA162D-798B-E9D4-57F5-D8B3D601836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FA555B6-30BD-01FF-51A5-548300B204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1DC5CCA-B060-EFA5-DBF9-137EE692DEB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0657442-94A2-7EE4-6A2E-179FE45A894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12">
            <a:extLst>
              <a:ext uri="{FF2B5EF4-FFF2-40B4-BE49-F238E27FC236}">
                <a16:creationId xmlns:a16="http://schemas.microsoft.com/office/drawing/2014/main" id="{CC613755-53D5-C6AC-45A2-13E1EE52F8F7}"/>
              </a:ext>
            </a:extLst>
          </p:cNvPr>
          <p:cNvSpPr>
            <a:spLocks noGrp="1"/>
          </p:cNvSpPr>
          <p:nvPr>
            <p:ph type="dt" sz="half" idx="10"/>
          </p:nvPr>
        </p:nvSpPr>
        <p:spPr/>
        <p:txBody>
          <a:bodyPr/>
          <a:lstStyle/>
          <a:p>
            <a:r>
              <a:rPr lang="en-US"/>
              <a:t>2025-05-02</a:t>
            </a:r>
            <a:endParaRPr lang="en-US" dirty="0"/>
          </a:p>
        </p:txBody>
      </p:sp>
      <p:sp>
        <p:nvSpPr>
          <p:cNvPr id="14" name="Footer Placeholder 13">
            <a:extLst>
              <a:ext uri="{FF2B5EF4-FFF2-40B4-BE49-F238E27FC236}">
                <a16:creationId xmlns:a16="http://schemas.microsoft.com/office/drawing/2014/main" id="{FF8F2BA5-C609-B22E-A637-43CA042B554F}"/>
              </a:ext>
            </a:extLst>
          </p:cNvPr>
          <p:cNvSpPr>
            <a:spLocks noGrp="1"/>
          </p:cNvSpPr>
          <p:nvPr>
            <p:ph type="ftr" sz="quarter" idx="11"/>
          </p:nvPr>
        </p:nvSpPr>
        <p:spPr/>
        <p:txBody>
          <a:bodyPr/>
          <a:lstStyle/>
          <a:p>
            <a:r>
              <a:rPr lang="en-US">
                <a:solidFill>
                  <a:schemeClr val="tx2"/>
                </a:solidFill>
              </a:rPr>
              <a:t>Progress bar</a:t>
            </a:r>
            <a:endParaRPr lang="en-US" dirty="0">
              <a:solidFill>
                <a:schemeClr val="tx2"/>
              </a:solidFill>
            </a:endParaRPr>
          </a:p>
        </p:txBody>
      </p:sp>
      <p:sp>
        <p:nvSpPr>
          <p:cNvPr id="15" name="Slide Number Placeholder 14">
            <a:extLst>
              <a:ext uri="{FF2B5EF4-FFF2-40B4-BE49-F238E27FC236}">
                <a16:creationId xmlns:a16="http://schemas.microsoft.com/office/drawing/2014/main" id="{C54C352C-B0E2-A753-D200-645749469D2C}"/>
              </a:ext>
            </a:extLst>
          </p:cNvPr>
          <p:cNvSpPr>
            <a:spLocks noGrp="1"/>
          </p:cNvSpPr>
          <p:nvPr>
            <p:ph type="sldNum" sz="quarter" idx="12"/>
          </p:nvPr>
        </p:nvSpPr>
        <p:spPr/>
        <p:txBody>
          <a:bodyPr/>
          <a:lstStyle/>
          <a:p>
            <a:fld id="{AAD0727E-56B9-4BBF-93AB-E8100BB36987}" type="slidenum">
              <a:rPr lang="en-US" smtClean="0"/>
              <a:t>‹#›</a:t>
            </a:fld>
            <a:endParaRPr lang="en-US"/>
          </a:p>
        </p:txBody>
      </p:sp>
    </p:spTree>
    <p:extLst>
      <p:ext uri="{BB962C8B-B14F-4D97-AF65-F5344CB8AC3E}">
        <p14:creationId xmlns:p14="http://schemas.microsoft.com/office/powerpoint/2010/main" val="28103561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B7CDB-7104-2795-D3FF-BD87FCBC9E07}"/>
              </a:ext>
            </a:extLst>
          </p:cNvPr>
          <p:cNvSpPr>
            <a:spLocks noGrp="1"/>
          </p:cNvSpPr>
          <p:nvPr>
            <p:ph type="title"/>
          </p:nvPr>
        </p:nvSpPr>
        <p:spPr/>
        <p:txBody>
          <a:bodyPr/>
          <a:lstStyle/>
          <a:p>
            <a:r>
              <a:rPr lang="en-US"/>
              <a:t>Click to edit Master title style</a:t>
            </a:r>
          </a:p>
        </p:txBody>
      </p:sp>
      <p:sp>
        <p:nvSpPr>
          <p:cNvPr id="6" name="Date Placeholder 5">
            <a:extLst>
              <a:ext uri="{FF2B5EF4-FFF2-40B4-BE49-F238E27FC236}">
                <a16:creationId xmlns:a16="http://schemas.microsoft.com/office/drawing/2014/main" id="{FE91DABB-1C5A-7DBB-2B47-5C0AF3C83519}"/>
              </a:ext>
            </a:extLst>
          </p:cNvPr>
          <p:cNvSpPr>
            <a:spLocks noGrp="1"/>
          </p:cNvSpPr>
          <p:nvPr>
            <p:ph type="dt" sz="half" idx="10"/>
          </p:nvPr>
        </p:nvSpPr>
        <p:spPr/>
        <p:txBody>
          <a:bodyPr/>
          <a:lstStyle/>
          <a:p>
            <a:r>
              <a:rPr lang="en-US"/>
              <a:t>2025-05-02</a:t>
            </a:r>
            <a:endParaRPr lang="en-US" dirty="0"/>
          </a:p>
        </p:txBody>
      </p:sp>
      <p:sp>
        <p:nvSpPr>
          <p:cNvPr id="7" name="Footer Placeholder 6">
            <a:extLst>
              <a:ext uri="{FF2B5EF4-FFF2-40B4-BE49-F238E27FC236}">
                <a16:creationId xmlns:a16="http://schemas.microsoft.com/office/drawing/2014/main" id="{E6C483F1-AF47-439C-BACF-061AEF05761A}"/>
              </a:ext>
            </a:extLst>
          </p:cNvPr>
          <p:cNvSpPr>
            <a:spLocks noGrp="1"/>
          </p:cNvSpPr>
          <p:nvPr>
            <p:ph type="ftr" sz="quarter" idx="11"/>
          </p:nvPr>
        </p:nvSpPr>
        <p:spPr/>
        <p:txBody>
          <a:bodyPr/>
          <a:lstStyle/>
          <a:p>
            <a:r>
              <a:rPr lang="en-US"/>
              <a:t>Progress bar</a:t>
            </a:r>
            <a:endParaRPr lang="en-US" dirty="0"/>
          </a:p>
        </p:txBody>
      </p:sp>
      <p:sp>
        <p:nvSpPr>
          <p:cNvPr id="8" name="Slide Number Placeholder 7">
            <a:extLst>
              <a:ext uri="{FF2B5EF4-FFF2-40B4-BE49-F238E27FC236}">
                <a16:creationId xmlns:a16="http://schemas.microsoft.com/office/drawing/2014/main" id="{30491FE1-FC22-954C-990C-F027DEA1F5F6}"/>
              </a:ext>
            </a:extLst>
          </p:cNvPr>
          <p:cNvSpPr>
            <a:spLocks noGrp="1"/>
          </p:cNvSpPr>
          <p:nvPr>
            <p:ph type="sldNum" sz="quarter" idx="12"/>
          </p:nvPr>
        </p:nvSpPr>
        <p:spPr/>
        <p:txBody>
          <a:bodyPr/>
          <a:lstStyle/>
          <a:p>
            <a:fld id="{AAD0727E-56B9-4BBF-93AB-E8100BB36987}" type="slidenum">
              <a:rPr lang="en-US" smtClean="0"/>
              <a:t>‹#›</a:t>
            </a:fld>
            <a:endParaRPr lang="en-US"/>
          </a:p>
        </p:txBody>
      </p:sp>
    </p:spTree>
    <p:extLst>
      <p:ext uri="{BB962C8B-B14F-4D97-AF65-F5344CB8AC3E}">
        <p14:creationId xmlns:p14="http://schemas.microsoft.com/office/powerpoint/2010/main" val="17541070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8" name="Date Placeholder 7">
            <a:extLst>
              <a:ext uri="{FF2B5EF4-FFF2-40B4-BE49-F238E27FC236}">
                <a16:creationId xmlns:a16="http://schemas.microsoft.com/office/drawing/2014/main" id="{2E740613-51BC-F98B-9A79-949C7DFAB88B}"/>
              </a:ext>
            </a:extLst>
          </p:cNvPr>
          <p:cNvSpPr>
            <a:spLocks noGrp="1"/>
          </p:cNvSpPr>
          <p:nvPr>
            <p:ph type="dt" sz="half" idx="10"/>
          </p:nvPr>
        </p:nvSpPr>
        <p:spPr/>
        <p:txBody>
          <a:bodyPr/>
          <a:lstStyle/>
          <a:p>
            <a:r>
              <a:rPr lang="en-US"/>
              <a:t>2025-05-02</a:t>
            </a:r>
            <a:endParaRPr lang="en-US" dirty="0"/>
          </a:p>
        </p:txBody>
      </p:sp>
      <p:sp>
        <p:nvSpPr>
          <p:cNvPr id="9" name="Footer Placeholder 8">
            <a:extLst>
              <a:ext uri="{FF2B5EF4-FFF2-40B4-BE49-F238E27FC236}">
                <a16:creationId xmlns:a16="http://schemas.microsoft.com/office/drawing/2014/main" id="{9689CB49-47B4-6AB5-D630-5F58CB9408C9}"/>
              </a:ext>
            </a:extLst>
          </p:cNvPr>
          <p:cNvSpPr>
            <a:spLocks noGrp="1"/>
          </p:cNvSpPr>
          <p:nvPr>
            <p:ph type="ftr" sz="quarter" idx="11"/>
          </p:nvPr>
        </p:nvSpPr>
        <p:spPr/>
        <p:txBody>
          <a:bodyPr/>
          <a:lstStyle/>
          <a:p>
            <a:r>
              <a:rPr lang="en-US">
                <a:solidFill>
                  <a:schemeClr val="tx2"/>
                </a:solidFill>
              </a:rPr>
              <a:t>Progress bar</a:t>
            </a:r>
            <a:endParaRPr lang="en-US" dirty="0">
              <a:solidFill>
                <a:schemeClr val="tx2"/>
              </a:solidFill>
            </a:endParaRPr>
          </a:p>
        </p:txBody>
      </p:sp>
      <p:sp>
        <p:nvSpPr>
          <p:cNvPr id="10" name="Slide Number Placeholder 9">
            <a:extLst>
              <a:ext uri="{FF2B5EF4-FFF2-40B4-BE49-F238E27FC236}">
                <a16:creationId xmlns:a16="http://schemas.microsoft.com/office/drawing/2014/main" id="{BE279DD8-3BA7-9DC7-5763-8CFF039FB345}"/>
              </a:ext>
            </a:extLst>
          </p:cNvPr>
          <p:cNvSpPr>
            <a:spLocks noGrp="1"/>
          </p:cNvSpPr>
          <p:nvPr>
            <p:ph type="sldNum" sz="quarter" idx="12"/>
          </p:nvPr>
        </p:nvSpPr>
        <p:spPr/>
        <p:txBody>
          <a:bodyPr/>
          <a:lstStyle/>
          <a:p>
            <a:fld id="{AAD0727E-56B9-4BBF-93AB-E8100BB36987}" type="slidenum">
              <a:rPr lang="en-US" smtClean="0"/>
              <a:t>‹#›</a:t>
            </a:fld>
            <a:endParaRPr lang="en-US"/>
          </a:p>
        </p:txBody>
      </p:sp>
    </p:spTree>
    <p:extLst>
      <p:ext uri="{BB962C8B-B14F-4D97-AF65-F5344CB8AC3E}">
        <p14:creationId xmlns:p14="http://schemas.microsoft.com/office/powerpoint/2010/main" val="7431903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2A0CC-E3E2-AB0F-BE04-19EA8A2C47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2F2DAA7-6ADA-A903-7D2F-866C8235DB9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57D9D62-B112-85B6-3320-8BB76C7456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DD48C4-14F6-9F25-31FD-1E537393E4F9}"/>
              </a:ext>
            </a:extLst>
          </p:cNvPr>
          <p:cNvSpPr>
            <a:spLocks noGrp="1"/>
          </p:cNvSpPr>
          <p:nvPr>
            <p:ph type="dt" sz="half" idx="10"/>
          </p:nvPr>
        </p:nvSpPr>
        <p:spPr/>
        <p:txBody>
          <a:bodyPr/>
          <a:lstStyle/>
          <a:p>
            <a:r>
              <a:rPr lang="en-US"/>
              <a:t>2025-05-02</a:t>
            </a:r>
          </a:p>
        </p:txBody>
      </p:sp>
      <p:sp>
        <p:nvSpPr>
          <p:cNvPr id="6" name="Footer Placeholder 5">
            <a:extLst>
              <a:ext uri="{FF2B5EF4-FFF2-40B4-BE49-F238E27FC236}">
                <a16:creationId xmlns:a16="http://schemas.microsoft.com/office/drawing/2014/main" id="{2CFE4490-D7D9-1E42-29FC-7FCF2AD442C5}"/>
              </a:ext>
            </a:extLst>
          </p:cNvPr>
          <p:cNvSpPr>
            <a:spLocks noGrp="1"/>
          </p:cNvSpPr>
          <p:nvPr>
            <p:ph type="ftr" sz="quarter" idx="11"/>
          </p:nvPr>
        </p:nvSpPr>
        <p:spPr/>
        <p:txBody>
          <a:bodyPr/>
          <a:lstStyle/>
          <a:p>
            <a:r>
              <a:rPr lang="en-US"/>
              <a:t>Progress bar</a:t>
            </a:r>
          </a:p>
        </p:txBody>
      </p:sp>
      <p:sp>
        <p:nvSpPr>
          <p:cNvPr id="7" name="Slide Number Placeholder 6">
            <a:extLst>
              <a:ext uri="{FF2B5EF4-FFF2-40B4-BE49-F238E27FC236}">
                <a16:creationId xmlns:a16="http://schemas.microsoft.com/office/drawing/2014/main" id="{30A7113C-F85F-9D55-0EC4-38ED34645EDE}"/>
              </a:ext>
            </a:extLst>
          </p:cNvPr>
          <p:cNvSpPr>
            <a:spLocks noGrp="1"/>
          </p:cNvSpPr>
          <p:nvPr>
            <p:ph type="sldNum" sz="quarter" idx="12"/>
          </p:nvPr>
        </p:nvSpPr>
        <p:spPr/>
        <p:txBody>
          <a:bodyPr/>
          <a:lstStyle/>
          <a:p>
            <a:fld id="{AAD0727E-56B9-4BBF-93AB-E8100BB36987}" type="slidenum">
              <a:rPr lang="en-US" smtClean="0"/>
              <a:t>‹#›</a:t>
            </a:fld>
            <a:endParaRPr lang="en-US"/>
          </a:p>
        </p:txBody>
      </p:sp>
    </p:spTree>
    <p:extLst>
      <p:ext uri="{BB962C8B-B14F-4D97-AF65-F5344CB8AC3E}">
        <p14:creationId xmlns:p14="http://schemas.microsoft.com/office/powerpoint/2010/main" val="18220592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7D537-55FE-1BF6-8A89-DB360A948A6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C2156C2-2357-0E91-1CA7-6EEFC5039F1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CE40A93-474B-5C06-8E95-DAE56A97A7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9C95AE-988F-791D-1A5A-A687FB539743}"/>
              </a:ext>
            </a:extLst>
          </p:cNvPr>
          <p:cNvSpPr>
            <a:spLocks noGrp="1"/>
          </p:cNvSpPr>
          <p:nvPr>
            <p:ph type="dt" sz="half" idx="10"/>
          </p:nvPr>
        </p:nvSpPr>
        <p:spPr/>
        <p:txBody>
          <a:bodyPr/>
          <a:lstStyle/>
          <a:p>
            <a:r>
              <a:rPr lang="en-US"/>
              <a:t>2025-05-02</a:t>
            </a:r>
          </a:p>
        </p:txBody>
      </p:sp>
      <p:sp>
        <p:nvSpPr>
          <p:cNvPr id="6" name="Footer Placeholder 5">
            <a:extLst>
              <a:ext uri="{FF2B5EF4-FFF2-40B4-BE49-F238E27FC236}">
                <a16:creationId xmlns:a16="http://schemas.microsoft.com/office/drawing/2014/main" id="{3724C71F-14A2-F6F3-B324-3AAF622BC9C4}"/>
              </a:ext>
            </a:extLst>
          </p:cNvPr>
          <p:cNvSpPr>
            <a:spLocks noGrp="1"/>
          </p:cNvSpPr>
          <p:nvPr>
            <p:ph type="ftr" sz="quarter" idx="11"/>
          </p:nvPr>
        </p:nvSpPr>
        <p:spPr/>
        <p:txBody>
          <a:bodyPr/>
          <a:lstStyle/>
          <a:p>
            <a:r>
              <a:rPr lang="en-US"/>
              <a:t>Progress bar</a:t>
            </a:r>
          </a:p>
        </p:txBody>
      </p:sp>
      <p:sp>
        <p:nvSpPr>
          <p:cNvPr id="7" name="Slide Number Placeholder 6">
            <a:extLst>
              <a:ext uri="{FF2B5EF4-FFF2-40B4-BE49-F238E27FC236}">
                <a16:creationId xmlns:a16="http://schemas.microsoft.com/office/drawing/2014/main" id="{22D2C0C3-8876-2C56-AE5D-0ABC0BD33EB8}"/>
              </a:ext>
            </a:extLst>
          </p:cNvPr>
          <p:cNvSpPr>
            <a:spLocks noGrp="1"/>
          </p:cNvSpPr>
          <p:nvPr>
            <p:ph type="sldNum" sz="quarter" idx="12"/>
          </p:nvPr>
        </p:nvSpPr>
        <p:spPr/>
        <p:txBody>
          <a:bodyPr/>
          <a:lstStyle/>
          <a:p>
            <a:fld id="{AAD0727E-56B9-4BBF-93AB-E8100BB36987}" type="slidenum">
              <a:rPr lang="en-US" smtClean="0"/>
              <a:t>‹#›</a:t>
            </a:fld>
            <a:endParaRPr lang="en-US"/>
          </a:p>
        </p:txBody>
      </p:sp>
    </p:spTree>
    <p:extLst>
      <p:ext uri="{BB962C8B-B14F-4D97-AF65-F5344CB8AC3E}">
        <p14:creationId xmlns:p14="http://schemas.microsoft.com/office/powerpoint/2010/main" val="2759113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FC50A-D848-332A-01BF-F036149B59B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8ECB0A7-9A58-DBD4-E4DA-90B987D66B7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9676F93-0D1F-B8EF-056F-E1BA1347ABB7}"/>
              </a:ext>
            </a:extLst>
          </p:cNvPr>
          <p:cNvSpPr>
            <a:spLocks noGrp="1"/>
          </p:cNvSpPr>
          <p:nvPr>
            <p:ph type="dt" sz="half" idx="10"/>
          </p:nvPr>
        </p:nvSpPr>
        <p:spPr/>
        <p:txBody>
          <a:bodyPr/>
          <a:lstStyle/>
          <a:p>
            <a:r>
              <a:rPr lang="en-US"/>
              <a:t>2025-05-02</a:t>
            </a:r>
          </a:p>
        </p:txBody>
      </p:sp>
      <p:sp>
        <p:nvSpPr>
          <p:cNvPr id="5" name="Footer Placeholder 4">
            <a:extLst>
              <a:ext uri="{FF2B5EF4-FFF2-40B4-BE49-F238E27FC236}">
                <a16:creationId xmlns:a16="http://schemas.microsoft.com/office/drawing/2014/main" id="{3DDB33DD-156D-41A0-38A5-CDCBE6901194}"/>
              </a:ext>
            </a:extLst>
          </p:cNvPr>
          <p:cNvSpPr>
            <a:spLocks noGrp="1"/>
          </p:cNvSpPr>
          <p:nvPr>
            <p:ph type="ftr" sz="quarter" idx="11"/>
          </p:nvPr>
        </p:nvSpPr>
        <p:spPr/>
        <p:txBody>
          <a:bodyPr/>
          <a:lstStyle/>
          <a:p>
            <a:r>
              <a:rPr lang="en-US"/>
              <a:t>Progress bar</a:t>
            </a:r>
          </a:p>
        </p:txBody>
      </p:sp>
      <p:sp>
        <p:nvSpPr>
          <p:cNvPr id="6" name="Slide Number Placeholder 5">
            <a:extLst>
              <a:ext uri="{FF2B5EF4-FFF2-40B4-BE49-F238E27FC236}">
                <a16:creationId xmlns:a16="http://schemas.microsoft.com/office/drawing/2014/main" id="{07674DA9-042E-F038-5C5D-4DBC104219FA}"/>
              </a:ext>
            </a:extLst>
          </p:cNvPr>
          <p:cNvSpPr>
            <a:spLocks noGrp="1"/>
          </p:cNvSpPr>
          <p:nvPr>
            <p:ph type="sldNum" sz="quarter" idx="12"/>
          </p:nvPr>
        </p:nvSpPr>
        <p:spPr/>
        <p:txBody>
          <a:bodyPr/>
          <a:lstStyle/>
          <a:p>
            <a:fld id="{AAD0727E-56B9-4BBF-93AB-E8100BB36987}" type="slidenum">
              <a:rPr lang="en-US" smtClean="0"/>
              <a:t>‹#›</a:t>
            </a:fld>
            <a:endParaRPr lang="en-US"/>
          </a:p>
        </p:txBody>
      </p:sp>
    </p:spTree>
    <p:extLst>
      <p:ext uri="{BB962C8B-B14F-4D97-AF65-F5344CB8AC3E}">
        <p14:creationId xmlns:p14="http://schemas.microsoft.com/office/powerpoint/2010/main" val="22008831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6FE6411-82DF-A420-908B-481CB0F2188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0B299C0-A16F-FA6B-82A0-9F64A54B01A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3328375-082A-EACB-E379-361D3C3263D1}"/>
              </a:ext>
            </a:extLst>
          </p:cNvPr>
          <p:cNvSpPr>
            <a:spLocks noGrp="1"/>
          </p:cNvSpPr>
          <p:nvPr>
            <p:ph type="dt" sz="half" idx="10"/>
          </p:nvPr>
        </p:nvSpPr>
        <p:spPr/>
        <p:txBody>
          <a:bodyPr/>
          <a:lstStyle/>
          <a:p>
            <a:r>
              <a:rPr lang="en-US"/>
              <a:t>2025-05-02</a:t>
            </a:r>
          </a:p>
        </p:txBody>
      </p:sp>
      <p:sp>
        <p:nvSpPr>
          <p:cNvPr id="5" name="Footer Placeholder 4">
            <a:extLst>
              <a:ext uri="{FF2B5EF4-FFF2-40B4-BE49-F238E27FC236}">
                <a16:creationId xmlns:a16="http://schemas.microsoft.com/office/drawing/2014/main" id="{0E3EB63B-E0DA-9DEC-A14C-539682DF8B27}"/>
              </a:ext>
            </a:extLst>
          </p:cNvPr>
          <p:cNvSpPr>
            <a:spLocks noGrp="1"/>
          </p:cNvSpPr>
          <p:nvPr>
            <p:ph type="ftr" sz="quarter" idx="11"/>
          </p:nvPr>
        </p:nvSpPr>
        <p:spPr/>
        <p:txBody>
          <a:bodyPr/>
          <a:lstStyle/>
          <a:p>
            <a:r>
              <a:rPr lang="en-US"/>
              <a:t>Progress bar</a:t>
            </a:r>
          </a:p>
        </p:txBody>
      </p:sp>
      <p:sp>
        <p:nvSpPr>
          <p:cNvPr id="6" name="Slide Number Placeholder 5">
            <a:extLst>
              <a:ext uri="{FF2B5EF4-FFF2-40B4-BE49-F238E27FC236}">
                <a16:creationId xmlns:a16="http://schemas.microsoft.com/office/drawing/2014/main" id="{F5547330-550C-5D7E-2FF2-5705FF85D7E0}"/>
              </a:ext>
            </a:extLst>
          </p:cNvPr>
          <p:cNvSpPr>
            <a:spLocks noGrp="1"/>
          </p:cNvSpPr>
          <p:nvPr>
            <p:ph type="sldNum" sz="quarter" idx="12"/>
          </p:nvPr>
        </p:nvSpPr>
        <p:spPr/>
        <p:txBody>
          <a:bodyPr/>
          <a:lstStyle/>
          <a:p>
            <a:fld id="{AAD0727E-56B9-4BBF-93AB-E8100BB36987}" type="slidenum">
              <a:rPr lang="en-US" smtClean="0"/>
              <a:t>‹#›</a:t>
            </a:fld>
            <a:endParaRPr lang="en-US"/>
          </a:p>
        </p:txBody>
      </p:sp>
    </p:spTree>
    <p:extLst>
      <p:ext uri="{BB962C8B-B14F-4D97-AF65-F5344CB8AC3E}">
        <p14:creationId xmlns:p14="http://schemas.microsoft.com/office/powerpoint/2010/main" val="17084327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76AF5F1-C3E0-4E52-E562-6D6268E4A02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99664D7-7744-C7FD-40CD-4F069F8945F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AB9E0A2-FDF5-D46B-4CB0-CB7878DF0961}"/>
              </a:ext>
            </a:extLst>
          </p:cNvPr>
          <p:cNvSpPr>
            <a:spLocks noGrp="1"/>
          </p:cNvSpPr>
          <p:nvPr>
            <p:ph type="dt" sz="half" idx="2"/>
          </p:nvPr>
        </p:nvSpPr>
        <p:spPr>
          <a:xfrm>
            <a:off x="8276525" y="-67469"/>
            <a:ext cx="1467550" cy="365125"/>
          </a:xfrm>
          <a:prstGeom prst="rect">
            <a:avLst/>
          </a:prstGeom>
        </p:spPr>
        <p:txBody>
          <a:bodyPr vert="horz" lIns="91440" tIns="45720" rIns="91440" bIns="45720" rtlCol="0" anchor="ctr"/>
          <a:lstStyle>
            <a:lvl1pPr algn="ctr">
              <a:defRPr sz="1050">
                <a:solidFill>
                  <a:schemeClr val="bg1"/>
                </a:solidFill>
              </a:defRPr>
            </a:lvl1pPr>
          </a:lstStyle>
          <a:p>
            <a:r>
              <a:rPr lang="en-US"/>
              <a:t>2025-05-02</a:t>
            </a:r>
            <a:endParaRPr lang="en-US" dirty="0"/>
          </a:p>
        </p:txBody>
      </p:sp>
      <p:sp>
        <p:nvSpPr>
          <p:cNvPr id="5" name="Footer Placeholder 4">
            <a:extLst>
              <a:ext uri="{FF2B5EF4-FFF2-40B4-BE49-F238E27FC236}">
                <a16:creationId xmlns:a16="http://schemas.microsoft.com/office/drawing/2014/main" id="{2DAC6947-5B27-DA5A-A6D7-1A2FC7CC3E26}"/>
              </a:ext>
            </a:extLst>
          </p:cNvPr>
          <p:cNvSpPr>
            <a:spLocks noGrp="1"/>
          </p:cNvSpPr>
          <p:nvPr>
            <p:ph type="ftr" sz="quarter" idx="3"/>
          </p:nvPr>
        </p:nvSpPr>
        <p:spPr>
          <a:xfrm>
            <a:off x="2614614" y="6356348"/>
            <a:ext cx="6965155" cy="365125"/>
          </a:xfrm>
          <a:prstGeom prst="rect">
            <a:avLst/>
          </a:prstGeom>
        </p:spPr>
        <p:txBody>
          <a:bodyPr vert="horz" lIns="91440" tIns="45720" rIns="91440" bIns="45720" rtlCol="0" anchor="ctr"/>
          <a:lstStyle>
            <a:lvl1pPr algn="ctr">
              <a:defRPr sz="1200">
                <a:solidFill>
                  <a:schemeClr val="tx2"/>
                </a:solidFill>
              </a:defRPr>
            </a:lvl1pPr>
          </a:lstStyle>
          <a:p>
            <a:r>
              <a:rPr lang="en-US">
                <a:solidFill>
                  <a:schemeClr val="tx2"/>
                </a:solidFill>
              </a:rPr>
              <a:t>Progress bar</a:t>
            </a:r>
            <a:endParaRPr lang="en-US" dirty="0">
              <a:solidFill>
                <a:schemeClr val="tx2"/>
              </a:solidFill>
            </a:endParaRPr>
          </a:p>
        </p:txBody>
      </p:sp>
      <p:sp>
        <p:nvSpPr>
          <p:cNvPr id="6" name="Slide Number Placeholder 5">
            <a:extLst>
              <a:ext uri="{FF2B5EF4-FFF2-40B4-BE49-F238E27FC236}">
                <a16:creationId xmlns:a16="http://schemas.microsoft.com/office/drawing/2014/main" id="{A2D5059F-A95D-8CBB-36C2-F31A6E9F64FF}"/>
              </a:ext>
            </a:extLst>
          </p:cNvPr>
          <p:cNvSpPr>
            <a:spLocks noGrp="1"/>
          </p:cNvSpPr>
          <p:nvPr>
            <p:ph type="sldNum" sz="quarter" idx="4"/>
          </p:nvPr>
        </p:nvSpPr>
        <p:spPr>
          <a:xfrm>
            <a:off x="11248225" y="6567296"/>
            <a:ext cx="948218" cy="365125"/>
          </a:xfrm>
          <a:prstGeom prst="rect">
            <a:avLst/>
          </a:prstGeom>
        </p:spPr>
        <p:txBody>
          <a:bodyPr vert="horz" lIns="91440" tIns="45720" rIns="91440" bIns="45720" rtlCol="0" anchor="ctr"/>
          <a:lstStyle>
            <a:lvl1pPr algn="r">
              <a:defRPr sz="1200" b="1">
                <a:solidFill>
                  <a:schemeClr val="bg1"/>
                </a:solidFill>
              </a:defRPr>
            </a:lvl1pPr>
          </a:lstStyle>
          <a:p>
            <a:fld id="{AAD0727E-56B9-4BBF-93AB-E8100BB36987}" type="slidenum">
              <a:rPr lang="en-US" smtClean="0"/>
              <a:pPr/>
              <a:t>‹#›</a:t>
            </a:fld>
            <a:endParaRPr lang="en-US" b="1"/>
          </a:p>
        </p:txBody>
      </p:sp>
      <p:pic>
        <p:nvPicPr>
          <p:cNvPr id="7" name="Picture 6">
            <a:extLst>
              <a:ext uri="{FF2B5EF4-FFF2-40B4-BE49-F238E27FC236}">
                <a16:creationId xmlns:a16="http://schemas.microsoft.com/office/drawing/2014/main" id="{CCE90FA9-6315-1C66-6E8B-44FCD6854F86}"/>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0463441" y="5824652"/>
            <a:ext cx="1345766" cy="884008"/>
          </a:xfrm>
          <a:prstGeom prst="rect">
            <a:avLst/>
          </a:prstGeom>
        </p:spPr>
      </p:pic>
      <p:sp>
        <p:nvSpPr>
          <p:cNvPr id="10" name="TextBox 9">
            <a:extLst>
              <a:ext uri="{FF2B5EF4-FFF2-40B4-BE49-F238E27FC236}">
                <a16:creationId xmlns:a16="http://schemas.microsoft.com/office/drawing/2014/main" id="{1C55775B-541C-964C-FB52-5C6B39D60C17}"/>
              </a:ext>
            </a:extLst>
          </p:cNvPr>
          <p:cNvSpPr txBox="1"/>
          <p:nvPr userDrawn="1"/>
        </p:nvSpPr>
        <p:spPr>
          <a:xfrm>
            <a:off x="222817" y="6221291"/>
            <a:ext cx="1508125" cy="253916"/>
          </a:xfrm>
          <a:prstGeom prst="rect">
            <a:avLst/>
          </a:prstGeom>
          <a:noFill/>
        </p:spPr>
        <p:txBody>
          <a:bodyPr wrap="square" rtlCol="0">
            <a:spAutoFit/>
          </a:bodyPr>
          <a:lstStyle/>
          <a:p>
            <a:pPr algn="ctr"/>
            <a:r>
              <a:rPr lang="en-US" sz="1050" dirty="0"/>
              <a:t>BoiseCodeCamp.com</a:t>
            </a:r>
          </a:p>
        </p:txBody>
      </p:sp>
    </p:spTree>
    <p:extLst>
      <p:ext uri="{BB962C8B-B14F-4D97-AF65-F5344CB8AC3E}">
        <p14:creationId xmlns:p14="http://schemas.microsoft.com/office/powerpoint/2010/main" val="2969079775"/>
      </p:ext>
    </p:extLst>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Lst>
  <p:hf sldNum="0"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160" userDrawn="1">
          <p15:clr>
            <a:srgbClr val="F26B43"/>
          </p15:clr>
        </p15:guide>
        <p15:guide id="4"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sessionize.com/boise-code-camp-2026/dashboard#_tab-feedback"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xkcd.com/365/" TargetMode="External"/><Relationship Id="rId2" Type="http://schemas.openxmlformats.org/officeDocument/2006/relationships/image" Target="../media/image3.png"/><Relationship Id="rId1" Type="http://schemas.openxmlformats.org/officeDocument/2006/relationships/slideLayout" Target="../slideLayouts/slideLayout4.xml"/><Relationship Id="rId4" Type="http://schemas.openxmlformats.org/officeDocument/2006/relationships/hyperlink" Target="https://www.explainxkcd.com/wiki/index.php/365:_Slides"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www.hanselman.com/blog/11-top-tips-for-a-successful-technical-presentation" TargetMode="External"/><Relationship Id="rId2" Type="http://schemas.openxmlformats.org/officeDocument/2006/relationships/hyperlink" Target="https://spectrum.ieee.org/5-tips-technical-presentations"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hyperlink" Target="https://sessionize.com/boise-code-camp-2026/dashboard#_tab-feedback"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EFF55-076D-5D32-0E92-750374BFC0C7}"/>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839AD1EE-EB6A-D77E-BF34-B75FD32CBDF9}"/>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5872614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DB85D-664F-17D7-0372-F37729EAB50F}"/>
              </a:ext>
            </a:extLst>
          </p:cNvPr>
          <p:cNvSpPr>
            <a:spLocks noGrp="1"/>
          </p:cNvSpPr>
          <p:nvPr>
            <p:ph type="title"/>
          </p:nvPr>
        </p:nvSpPr>
        <p:spPr>
          <a:xfrm>
            <a:off x="985173" y="538020"/>
            <a:ext cx="10876453" cy="726004"/>
          </a:xfrm>
        </p:spPr>
        <p:txBody>
          <a:bodyPr>
            <a:normAutofit/>
          </a:bodyPr>
          <a:lstStyle/>
          <a:p>
            <a:r>
              <a:rPr lang="en-US" dirty="0"/>
              <a:t>Instructions (remove or hide this slide)</a:t>
            </a:r>
          </a:p>
        </p:txBody>
      </p:sp>
      <p:sp>
        <p:nvSpPr>
          <p:cNvPr id="3" name="Content Placeholder 2">
            <a:extLst>
              <a:ext uri="{FF2B5EF4-FFF2-40B4-BE49-F238E27FC236}">
                <a16:creationId xmlns:a16="http://schemas.microsoft.com/office/drawing/2014/main" id="{ADCD1171-9BD5-5183-A38B-7E47FA6C38D4}"/>
              </a:ext>
            </a:extLst>
          </p:cNvPr>
          <p:cNvSpPr>
            <a:spLocks noGrp="1"/>
          </p:cNvSpPr>
          <p:nvPr>
            <p:ph idx="1"/>
          </p:nvPr>
        </p:nvSpPr>
        <p:spPr>
          <a:xfrm>
            <a:off x="985173" y="1524001"/>
            <a:ext cx="5977913" cy="4656666"/>
          </a:xfrm>
        </p:spPr>
        <p:txBody>
          <a:bodyPr>
            <a:normAutofit/>
          </a:bodyPr>
          <a:lstStyle/>
          <a:p>
            <a:r>
              <a:rPr lang="en-US" sz="1400" dirty="0"/>
              <a:t>I like to have fun with my slides and layouts. I made a few based on different IDEs. You can use one of those, make your own, or whatever. </a:t>
            </a:r>
          </a:p>
          <a:p>
            <a:r>
              <a:rPr lang="en-US" sz="1400" dirty="0"/>
              <a:t>We do ask that do the following:</a:t>
            </a:r>
          </a:p>
          <a:p>
            <a:pPr lvl="1"/>
            <a:r>
              <a:rPr lang="en-US" sz="1400" dirty="0"/>
              <a:t>Keep the “Thanks to our sponsors!” slide. </a:t>
            </a:r>
          </a:p>
          <a:p>
            <a:pPr lvl="1"/>
            <a:r>
              <a:rPr lang="en-US" sz="1400" dirty="0"/>
              <a:t>Include the schedule slide. This is especially important first sessions of the day, but in later time slots it is worth mentioning the app link. Remember someone may have come just for your talk, so this is their first session.</a:t>
            </a:r>
          </a:p>
          <a:p>
            <a:pPr lvl="1"/>
            <a:r>
              <a:rPr lang="en-US" sz="1400" dirty="0"/>
              <a:t>Display feedback slide while you do Q&amp;A, or right before it. </a:t>
            </a:r>
          </a:p>
          <a:p>
            <a:pPr lvl="2"/>
            <a:r>
              <a:rPr lang="en-US" sz="1400" dirty="0"/>
              <a:t>Update it with your session specific QR code</a:t>
            </a:r>
          </a:p>
          <a:p>
            <a:pPr lvl="2"/>
            <a:r>
              <a:rPr lang="en-US" sz="1400" dirty="0">
                <a:hlinkClick r:id="rId2"/>
              </a:rPr>
              <a:t>https://sessionize.com/boise-code-camp-2026/dashboard#_tab-feedback</a:t>
            </a:r>
            <a:endParaRPr lang="en-US" sz="1400" dirty="0"/>
          </a:p>
          <a:p>
            <a:pPr lvl="2"/>
            <a:r>
              <a:rPr lang="en-US" sz="1400" dirty="0"/>
              <a:t>Make sure you give everyone a chance to scan it</a:t>
            </a:r>
          </a:p>
          <a:p>
            <a:r>
              <a:rPr lang="en-US" sz="1400" dirty="0"/>
              <a:t>Be aware of your time and the schedule. There is only 10 minutes between sessions, so you need to be ready to set, and clear out quickly.</a:t>
            </a:r>
          </a:p>
          <a:p>
            <a:pPr lvl="1"/>
            <a:r>
              <a:rPr lang="en-US" sz="1000" dirty="0"/>
              <a:t>Windows Clock has an always on top timer, or there is a timer script with the slides. </a:t>
            </a:r>
          </a:p>
          <a:p>
            <a:pPr lvl="1"/>
            <a:r>
              <a:rPr lang="en-US" sz="1000" dirty="0"/>
              <a:t>You can also set a timer on your phone.</a:t>
            </a:r>
          </a:p>
          <a:p>
            <a:r>
              <a:rPr lang="en-US" sz="1400" dirty="0"/>
              <a:t>If Q&amp;A goes over, you can keep talking in the hall or common area.</a:t>
            </a:r>
          </a:p>
          <a:p>
            <a:r>
              <a:rPr lang="en-US" sz="1400" dirty="0"/>
              <a:t>Have fun! Code Camp is really about connecting with other developers .</a:t>
            </a:r>
          </a:p>
        </p:txBody>
      </p:sp>
      <p:sp>
        <p:nvSpPr>
          <p:cNvPr id="7" name="Date Placeholder 6">
            <a:extLst>
              <a:ext uri="{FF2B5EF4-FFF2-40B4-BE49-F238E27FC236}">
                <a16:creationId xmlns:a16="http://schemas.microsoft.com/office/drawing/2014/main" id="{2686A08D-5DAE-4F1D-CADE-B3379A7E4977}"/>
              </a:ext>
            </a:extLst>
          </p:cNvPr>
          <p:cNvSpPr>
            <a:spLocks noGrp="1"/>
          </p:cNvSpPr>
          <p:nvPr>
            <p:ph type="dt" sz="half" idx="10"/>
          </p:nvPr>
        </p:nvSpPr>
        <p:spPr>
          <a:xfrm>
            <a:off x="8733725" y="-35720"/>
            <a:ext cx="1467550" cy="365125"/>
          </a:xfrm>
        </p:spPr>
        <p:txBody>
          <a:bodyPr/>
          <a:lstStyle/>
          <a:p>
            <a:r>
              <a:rPr lang="en-US"/>
              <a:t>2025-05-02</a:t>
            </a:r>
            <a:endParaRPr lang="en-US" dirty="0"/>
          </a:p>
        </p:txBody>
      </p:sp>
      <p:sp>
        <p:nvSpPr>
          <p:cNvPr id="8" name="Footer Placeholder 7">
            <a:extLst>
              <a:ext uri="{FF2B5EF4-FFF2-40B4-BE49-F238E27FC236}">
                <a16:creationId xmlns:a16="http://schemas.microsoft.com/office/drawing/2014/main" id="{DD540301-8803-08EB-EED9-E0D694FAD18C}"/>
              </a:ext>
            </a:extLst>
          </p:cNvPr>
          <p:cNvSpPr>
            <a:spLocks noGrp="1"/>
          </p:cNvSpPr>
          <p:nvPr>
            <p:ph type="ftr" sz="quarter" idx="11"/>
          </p:nvPr>
        </p:nvSpPr>
        <p:spPr/>
        <p:txBody>
          <a:bodyPr/>
          <a:lstStyle/>
          <a:p>
            <a:r>
              <a:rPr lang="en-US">
                <a:solidFill>
                  <a:schemeClr val="tx2"/>
                </a:solidFill>
              </a:rPr>
              <a:t>Progress bar</a:t>
            </a:r>
            <a:endParaRPr lang="en-US" dirty="0">
              <a:solidFill>
                <a:schemeClr val="tx2"/>
              </a:solidFill>
            </a:endParaRPr>
          </a:p>
        </p:txBody>
      </p:sp>
    </p:spTree>
    <p:extLst>
      <p:ext uri="{BB962C8B-B14F-4D97-AF65-F5344CB8AC3E}">
        <p14:creationId xmlns:p14="http://schemas.microsoft.com/office/powerpoint/2010/main" val="10803526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AE5E8-6BB3-0B04-C851-D0CA504A5C77}"/>
              </a:ext>
            </a:extLst>
          </p:cNvPr>
          <p:cNvSpPr>
            <a:spLocks noGrp="1"/>
          </p:cNvSpPr>
          <p:nvPr>
            <p:ph type="title"/>
          </p:nvPr>
        </p:nvSpPr>
        <p:spPr>
          <a:xfrm>
            <a:off x="977152" y="555949"/>
            <a:ext cx="10929298" cy="597510"/>
          </a:xfrm>
        </p:spPr>
        <p:txBody>
          <a:bodyPr>
            <a:normAutofit fontScale="90000"/>
          </a:bodyPr>
          <a:lstStyle/>
          <a:p>
            <a:r>
              <a:rPr lang="en-US" dirty="0"/>
              <a:t>Some fun ideas for slides </a:t>
            </a:r>
            <a:r>
              <a:rPr lang="en-US" sz="3100" i="1" dirty="0"/>
              <a:t>(all optional)</a:t>
            </a:r>
            <a:endParaRPr lang="en-US" i="1" dirty="0"/>
          </a:p>
        </p:txBody>
      </p:sp>
      <p:sp>
        <p:nvSpPr>
          <p:cNvPr id="3" name="Content Placeholder 2">
            <a:extLst>
              <a:ext uri="{FF2B5EF4-FFF2-40B4-BE49-F238E27FC236}">
                <a16:creationId xmlns:a16="http://schemas.microsoft.com/office/drawing/2014/main" id="{05455FC7-2312-80D8-35CD-9F687C1CA3CD}"/>
              </a:ext>
            </a:extLst>
          </p:cNvPr>
          <p:cNvSpPr>
            <a:spLocks noGrp="1"/>
          </p:cNvSpPr>
          <p:nvPr>
            <p:ph idx="1"/>
          </p:nvPr>
        </p:nvSpPr>
        <p:spPr>
          <a:xfrm>
            <a:off x="977154" y="1380147"/>
            <a:ext cx="10929298" cy="5071453"/>
          </a:xfrm>
        </p:spPr>
        <p:txBody>
          <a:bodyPr>
            <a:noAutofit/>
          </a:bodyPr>
          <a:lstStyle/>
          <a:p>
            <a:pPr>
              <a:lnSpc>
                <a:spcPct val="100000"/>
              </a:lnSpc>
              <a:spcBef>
                <a:spcPts val="600"/>
              </a:spcBef>
            </a:pPr>
            <a:r>
              <a:rPr lang="en-US" sz="1400" dirty="0"/>
              <a:t>Label the sections of your slides with </a:t>
            </a:r>
          </a:p>
          <a:p>
            <a:pPr lvl="1">
              <a:lnSpc>
                <a:spcPct val="100000"/>
              </a:lnSpc>
              <a:spcBef>
                <a:spcPts val="600"/>
              </a:spcBef>
            </a:pPr>
            <a:r>
              <a:rPr lang="en-US" altLang="en-US" sz="1400" b="1" dirty="0">
                <a:latin typeface="Arial" panose="020B0604020202020204" pitchFamily="34" charset="0"/>
              </a:rPr>
              <a:t>Header / Imports:</a:t>
            </a:r>
            <a:r>
              <a:rPr lang="en-US" altLang="en-US" sz="1400" dirty="0">
                <a:latin typeface="Arial" panose="020B0604020202020204" pitchFamily="34" charset="0"/>
              </a:rPr>
              <a:t> The Agenda (What libraries/concepts are we bringing in?).</a:t>
            </a:r>
          </a:p>
          <a:p>
            <a:pPr lvl="1" eaLnBrk="0" fontAlgn="base" hangingPunct="0">
              <a:lnSpc>
                <a:spcPct val="100000"/>
              </a:lnSpc>
              <a:spcBef>
                <a:spcPts val="600"/>
              </a:spcBef>
            </a:pPr>
            <a:r>
              <a:rPr lang="en-US" altLang="en-US" sz="1400" b="1" dirty="0">
                <a:latin typeface="Arial" panose="020B0604020202020204" pitchFamily="34" charset="0"/>
              </a:rPr>
              <a:t>The Main Loop:</a:t>
            </a:r>
            <a:r>
              <a:rPr lang="en-US" altLang="en-US" sz="1400" dirty="0">
                <a:latin typeface="Arial" panose="020B0604020202020204" pitchFamily="34" charset="0"/>
              </a:rPr>
              <a:t> The core content of your talk.</a:t>
            </a:r>
          </a:p>
          <a:p>
            <a:pPr lvl="1" eaLnBrk="0" fontAlgn="base" hangingPunct="0">
              <a:lnSpc>
                <a:spcPct val="100000"/>
              </a:lnSpc>
              <a:spcBef>
                <a:spcPts val="600"/>
              </a:spcBef>
            </a:pPr>
            <a:r>
              <a:rPr lang="en-US" altLang="en-US" sz="1400" b="1" dirty="0">
                <a:latin typeface="Arial" panose="020B0604020202020204" pitchFamily="34" charset="0"/>
              </a:rPr>
              <a:t>The REPL (Read-Eval-Print Loop):</a:t>
            </a:r>
            <a:r>
              <a:rPr lang="en-US" altLang="en-US" sz="1400" dirty="0">
                <a:latin typeface="Arial" panose="020B0604020202020204" pitchFamily="34" charset="0"/>
              </a:rPr>
              <a:t> The live demo or interactive section.</a:t>
            </a:r>
          </a:p>
          <a:p>
            <a:pPr lvl="1" eaLnBrk="0" fontAlgn="base" hangingPunct="0">
              <a:lnSpc>
                <a:spcPct val="100000"/>
              </a:lnSpc>
              <a:spcBef>
                <a:spcPts val="600"/>
              </a:spcBef>
            </a:pPr>
            <a:r>
              <a:rPr lang="en-US" altLang="en-US" sz="1400" b="1" dirty="0">
                <a:latin typeface="Arial" panose="020B0604020202020204" pitchFamily="34" charset="0"/>
              </a:rPr>
              <a:t>Garbage Collection:</a:t>
            </a:r>
            <a:r>
              <a:rPr lang="en-US" altLang="en-US" sz="1400" dirty="0">
                <a:latin typeface="Arial" panose="020B0604020202020204" pitchFamily="34" charset="0"/>
              </a:rPr>
              <a:t> The "Wrap Up" or summary (cleaning up the concepts).</a:t>
            </a:r>
          </a:p>
          <a:p>
            <a:pPr lvl="1" eaLnBrk="0" fontAlgn="base" hangingPunct="0">
              <a:lnSpc>
                <a:spcPct val="100000"/>
              </a:lnSpc>
              <a:spcBef>
                <a:spcPts val="600"/>
              </a:spcBef>
            </a:pPr>
            <a:r>
              <a:rPr lang="en-US" altLang="en-US" sz="1400" b="1" dirty="0">
                <a:latin typeface="Arial" panose="020B0604020202020204" pitchFamily="34" charset="0"/>
              </a:rPr>
              <a:t>Exit Code 0:</a:t>
            </a:r>
            <a:r>
              <a:rPr lang="en-US" altLang="en-US" sz="1400" dirty="0">
                <a:latin typeface="Arial" panose="020B0604020202020204" pitchFamily="34" charset="0"/>
              </a:rPr>
              <a:t> The final slide (Success/Finished).</a:t>
            </a:r>
          </a:p>
          <a:p>
            <a:pPr>
              <a:lnSpc>
                <a:spcPct val="100000"/>
              </a:lnSpc>
              <a:spcBef>
                <a:spcPts val="600"/>
              </a:spcBef>
            </a:pPr>
            <a:r>
              <a:rPr lang="en-US" sz="1400" b="1" dirty="0"/>
              <a:t>Syntax Highlighting Headers: </a:t>
            </a:r>
            <a:r>
              <a:rPr lang="en-US" sz="1400" dirty="0">
                <a:latin typeface="Hack" panose="020B0609030202020204" pitchFamily="49" charset="0"/>
                <a:ea typeface="Hack" panose="020B0609030202020204" pitchFamily="49" charset="0"/>
                <a:cs typeface="Hack" panose="020B0609030202020204" pitchFamily="49" charset="0"/>
              </a:rPr>
              <a:t>&lt;h3&gt;The Power of Async&lt;/h3&gt; </a:t>
            </a:r>
            <a:r>
              <a:rPr lang="en-US" sz="1400" dirty="0"/>
              <a:t>or </a:t>
            </a:r>
            <a:r>
              <a:rPr lang="en-US" sz="1400" dirty="0">
                <a:latin typeface="Hack" panose="020B0609030202020204" pitchFamily="49" charset="0"/>
                <a:ea typeface="Hack" panose="020B0609030202020204" pitchFamily="49" charset="0"/>
                <a:cs typeface="Hack" panose="020B0609030202020204" pitchFamily="49" charset="0"/>
              </a:rPr>
              <a:t>const topic = "The Power of Async";</a:t>
            </a:r>
          </a:p>
          <a:p>
            <a:pPr>
              <a:lnSpc>
                <a:spcPct val="100000"/>
              </a:lnSpc>
              <a:spcBef>
                <a:spcPts val="600"/>
              </a:spcBef>
            </a:pPr>
            <a:r>
              <a:rPr kumimoji="0" lang="en-US" altLang="en-US" sz="1400" b="1" i="0" u="none" strike="noStrike" cap="none" normalizeH="0" baseline="0" dirty="0">
                <a:ln>
                  <a:noFill/>
                </a:ln>
                <a:solidFill>
                  <a:schemeClr val="tx1"/>
                </a:solidFill>
                <a:effectLst/>
                <a:latin typeface="Arial" panose="020B0604020202020204" pitchFamily="34" charset="0"/>
              </a:rPr>
              <a:t>The "To-Do" Slide:</a:t>
            </a:r>
            <a:r>
              <a:rPr kumimoji="0" lang="en-US" altLang="en-US" sz="1400" b="0" i="0" u="none" strike="noStrike" cap="none" normalizeH="0" baseline="0" dirty="0">
                <a:ln>
                  <a:noFill/>
                </a:ln>
                <a:solidFill>
                  <a:schemeClr val="tx1"/>
                </a:solidFill>
                <a:effectLst/>
                <a:latin typeface="Arial" panose="020B0604020202020204" pitchFamily="34" charset="0"/>
              </a:rPr>
              <a:t> Use a code-comment style for sections that are "under construction" or for "Next Steps" slides: </a:t>
            </a:r>
            <a:r>
              <a:rPr kumimoji="0" lang="en-US" altLang="en-US" sz="14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TODO: Refactor this strategy.</a:t>
            </a:r>
            <a:endParaRPr lang="en-US" altLang="en-US" sz="1400" b="1" dirty="0">
              <a:latin typeface="Courier New" panose="02070309020205020404" pitchFamily="49" charset="0"/>
              <a:cs typeface="Courier New" panose="02070309020205020404" pitchFamily="49" charset="0"/>
            </a:endParaRPr>
          </a:p>
          <a:p>
            <a:pPr>
              <a:lnSpc>
                <a:spcPct val="100000"/>
              </a:lnSpc>
              <a:spcBef>
                <a:spcPts val="600"/>
              </a:spcBef>
            </a:pPr>
            <a:r>
              <a:rPr kumimoji="0" lang="en-US" altLang="en-US" sz="1400" b="1" i="0" u="none" strike="noStrike" cap="none" normalizeH="0" baseline="0" dirty="0">
                <a:ln>
                  <a:noFill/>
                </a:ln>
                <a:solidFill>
                  <a:schemeClr val="tx1"/>
                </a:solidFill>
                <a:effectLst/>
                <a:latin typeface="Arial" panose="020B0604020202020204" pitchFamily="34" charset="0"/>
              </a:rPr>
              <a:t>Font-Family:</a:t>
            </a:r>
            <a:r>
              <a:rPr kumimoji="0" lang="en-US" altLang="en-US" sz="1400" b="0" i="0" u="none" strike="noStrike" cap="none" normalizeH="0" baseline="0" dirty="0">
                <a:ln>
                  <a:noFill/>
                </a:ln>
                <a:solidFill>
                  <a:schemeClr val="tx1"/>
                </a:solidFill>
                <a:effectLst/>
                <a:latin typeface="Arial" panose="020B0604020202020204" pitchFamily="34" charset="0"/>
              </a:rPr>
              <a:t> Use </a:t>
            </a:r>
            <a:r>
              <a:rPr kumimoji="0" lang="en-US" altLang="en-US" sz="14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Monospace</a:t>
            </a:r>
            <a:r>
              <a:rPr kumimoji="0" lang="en-US" altLang="en-US" sz="1400" b="0" i="0" u="none" strike="noStrike" cap="none" normalizeH="0" baseline="0" dirty="0">
                <a:ln>
                  <a:noFill/>
                </a:ln>
                <a:solidFill>
                  <a:schemeClr val="tx1"/>
                </a:solidFill>
                <a:effectLst/>
              </a:rPr>
              <a:t> for all data points and </a:t>
            </a:r>
            <a:r>
              <a:rPr kumimoji="0" lang="en-US" altLang="en-US" sz="1400" b="0" i="0" u="none" strike="noStrike" cap="none" normalizeH="0" baseline="0" dirty="0">
                <a:ln>
                  <a:noFill/>
                </a:ln>
                <a:solidFill>
                  <a:schemeClr val="tx1"/>
                </a:solidFill>
                <a:effectLst/>
                <a:latin typeface="Arial Unicode MS"/>
              </a:rPr>
              <a:t>Sans-Serif</a:t>
            </a:r>
            <a:r>
              <a:rPr kumimoji="0" lang="en-US" altLang="en-US" sz="1400" b="0" i="0" u="none" strike="noStrike" cap="none" normalizeH="0" baseline="0" dirty="0">
                <a:ln>
                  <a:noFill/>
                </a:ln>
                <a:solidFill>
                  <a:schemeClr val="tx1"/>
                </a:solidFill>
                <a:effectLst/>
              </a:rPr>
              <a:t> for storytelling</a:t>
            </a:r>
          </a:p>
          <a:p>
            <a:pPr>
              <a:lnSpc>
                <a:spcPct val="100000"/>
              </a:lnSpc>
              <a:spcBef>
                <a:spcPts val="600"/>
              </a:spcBef>
            </a:pPr>
            <a:r>
              <a:rPr lang="en-US" sz="1400" b="1" dirty="0"/>
              <a:t>Semantic Versioning:</a:t>
            </a:r>
            <a:r>
              <a:rPr lang="en-US" sz="1400" dirty="0"/>
              <a:t> Instead of "Version 1," name your slide deck v1.0.4-beta.</a:t>
            </a:r>
            <a:endParaRPr kumimoji="0" lang="en-US" altLang="en-US" sz="1400" b="0" i="0" u="none" strike="noStrike" cap="none" normalizeH="0" baseline="0" dirty="0">
              <a:ln>
                <a:noFill/>
              </a:ln>
              <a:solidFill>
                <a:schemeClr val="tx1"/>
              </a:solidFill>
              <a:effectLst/>
            </a:endParaRPr>
          </a:p>
          <a:p>
            <a:pPr eaLnBrk="0" fontAlgn="base" hangingPunct="0">
              <a:lnSpc>
                <a:spcPct val="100000"/>
              </a:lnSpc>
              <a:spcBef>
                <a:spcPts val="600"/>
              </a:spcBef>
            </a:pPr>
            <a:r>
              <a:rPr lang="en-US" altLang="en-US" sz="1400" dirty="0">
                <a:latin typeface="Arial" panose="020B0604020202020204" pitchFamily="34" charset="0"/>
              </a:rPr>
              <a:t>Use code comments for speaker notes and easter eggs. </a:t>
            </a:r>
            <a:r>
              <a:rPr lang="en-US" sz="1400" b="1" dirty="0">
                <a:latin typeface="Courier New" panose="02070309020205020404" pitchFamily="49" charset="0"/>
                <a:cs typeface="Courier New" panose="02070309020205020404" pitchFamily="49" charset="0"/>
              </a:rPr>
              <a:t>/* Fix this before the talk */ </a:t>
            </a:r>
            <a:r>
              <a:rPr lang="en-US" sz="1400" dirty="0"/>
              <a:t>or </a:t>
            </a:r>
            <a:r>
              <a:rPr lang="en-US" sz="1400" b="1" dirty="0">
                <a:latin typeface="Courier New" panose="02070309020205020404" pitchFamily="49" charset="0"/>
                <a:cs typeface="Courier New" panose="02070309020205020404" pitchFamily="49" charset="0"/>
              </a:rPr>
              <a:t>// This slide intentionally left blank.</a:t>
            </a:r>
            <a:r>
              <a:rPr kumimoji="0" lang="en-US" altLang="en-US" sz="1400" b="1" i="0" u="none" strike="noStrike" cap="none" normalizeH="0" baseline="0" dirty="0">
                <a:ln>
                  <a:noFill/>
                </a:ln>
                <a:solidFill>
                  <a:schemeClr val="tx1"/>
                </a:solidFill>
                <a:effectLst/>
                <a:latin typeface="Arial" panose="020B0604020202020204" pitchFamily="34" charset="0"/>
              </a:rPr>
              <a:t> </a:t>
            </a:r>
          </a:p>
          <a:p>
            <a:pPr eaLnBrk="0" fontAlgn="base" hangingPunct="0">
              <a:lnSpc>
                <a:spcPct val="100000"/>
              </a:lnSpc>
              <a:spcBef>
                <a:spcPts val="600"/>
              </a:spcBef>
            </a:pPr>
            <a:r>
              <a:rPr kumimoji="0" lang="en-US" altLang="en-US" sz="1400" b="1" i="0" u="none" strike="noStrike" cap="none" normalizeH="0" baseline="0" dirty="0">
                <a:ln>
                  <a:noFill/>
                </a:ln>
                <a:solidFill>
                  <a:schemeClr val="tx1"/>
                </a:solidFill>
                <a:effectLst/>
                <a:latin typeface="Arial" panose="020B0604020202020204" pitchFamily="34" charset="0"/>
              </a:rPr>
              <a:t>Error Codes:</a:t>
            </a:r>
            <a:r>
              <a:rPr kumimoji="0" lang="en-US" altLang="en-US" sz="1400" b="0" i="0" u="none" strike="noStrike" cap="none" normalizeH="0" baseline="0" dirty="0">
                <a:ln>
                  <a:noFill/>
                </a:ln>
                <a:solidFill>
                  <a:schemeClr val="tx1"/>
                </a:solidFill>
                <a:effectLst/>
                <a:latin typeface="Arial" panose="020B0604020202020204" pitchFamily="34" charset="0"/>
              </a:rPr>
              <a:t> For the Q&amp;A slide, use a </a:t>
            </a:r>
            <a:r>
              <a:rPr kumimoji="0" lang="en-US" altLang="en-US" sz="1400" b="1" i="0" u="none" strike="noStrike" cap="none" normalizeH="0" baseline="0" dirty="0">
                <a:ln>
                  <a:noFill/>
                </a:ln>
                <a:solidFill>
                  <a:schemeClr val="tx1"/>
                </a:solidFill>
                <a:effectLst/>
                <a:latin typeface="Arial" panose="020B0604020202020204" pitchFamily="34" charset="0"/>
              </a:rPr>
              <a:t>418 I'm a Teapot</a:t>
            </a:r>
            <a:r>
              <a:rPr kumimoji="0" lang="en-US" altLang="en-US" sz="1400" b="0" i="0" u="none" strike="noStrike" cap="none" normalizeH="0" baseline="0" dirty="0">
                <a:ln>
                  <a:noFill/>
                </a:ln>
                <a:solidFill>
                  <a:schemeClr val="tx1"/>
                </a:solidFill>
                <a:effectLst/>
                <a:latin typeface="Arial" panose="020B0604020202020204" pitchFamily="34" charset="0"/>
              </a:rPr>
              <a:t> or </a:t>
            </a:r>
            <a:r>
              <a:rPr kumimoji="0" lang="en-US" altLang="en-US" sz="1400" b="1" i="0" u="none" strike="noStrike" cap="none" normalizeH="0" baseline="0" dirty="0">
                <a:ln>
                  <a:noFill/>
                </a:ln>
                <a:solidFill>
                  <a:schemeClr val="tx1"/>
                </a:solidFill>
                <a:effectLst/>
                <a:latin typeface="Arial" panose="020B0604020202020204" pitchFamily="34" charset="0"/>
              </a:rPr>
              <a:t>200 OK</a:t>
            </a:r>
            <a:r>
              <a:rPr kumimoji="0" lang="en-US" altLang="en-US" sz="1400" b="0" i="0" u="none" strike="noStrike" cap="none" normalizeH="0" baseline="0" dirty="0">
                <a:ln>
                  <a:noFill/>
                </a:ln>
                <a:solidFill>
                  <a:schemeClr val="tx1"/>
                </a:solidFill>
                <a:effectLst/>
                <a:latin typeface="Arial" panose="020B0604020202020204" pitchFamily="34" charset="0"/>
              </a:rPr>
              <a:t> header.</a:t>
            </a:r>
          </a:p>
          <a:p>
            <a:pPr eaLnBrk="0" fontAlgn="base" hangingPunct="0">
              <a:lnSpc>
                <a:spcPct val="100000"/>
              </a:lnSpc>
              <a:spcBef>
                <a:spcPts val="600"/>
              </a:spcBef>
            </a:pPr>
            <a:r>
              <a:rPr kumimoji="0" lang="en-US" altLang="en-US" sz="1400" b="1" i="0" u="none" strike="noStrike" cap="none" normalizeH="0" baseline="0" dirty="0">
                <a:ln>
                  <a:noFill/>
                </a:ln>
                <a:solidFill>
                  <a:schemeClr val="tx1"/>
                </a:solidFill>
                <a:effectLst/>
                <a:latin typeface="Arial" panose="020B0604020202020204" pitchFamily="34" charset="0"/>
              </a:rPr>
              <a:t>Git Commits:</a:t>
            </a:r>
            <a:r>
              <a:rPr kumimoji="0" lang="en-US" altLang="en-US" sz="1400" b="0" i="0" u="none" strike="noStrike" cap="none" normalizeH="0" baseline="0" dirty="0">
                <a:ln>
                  <a:noFill/>
                </a:ln>
                <a:solidFill>
                  <a:schemeClr val="tx1"/>
                </a:solidFill>
                <a:effectLst/>
                <a:latin typeface="Arial" panose="020B0604020202020204" pitchFamily="34" charset="0"/>
              </a:rPr>
              <a:t> Label your section transitions as "Commits."</a:t>
            </a:r>
          </a:p>
          <a:p>
            <a:pPr lvl="1" eaLnBrk="0" fontAlgn="base" hangingPunct="0">
              <a:lnSpc>
                <a:spcPct val="100000"/>
              </a:lnSpc>
              <a:spcBef>
                <a:spcPts val="600"/>
              </a:spcBef>
            </a:pPr>
            <a:r>
              <a:rPr kumimoji="0" lang="en-US" altLang="en-US" sz="1400" b="0" i="1" u="none" strike="noStrike" cap="none" normalizeH="0" baseline="0" dirty="0">
                <a:ln>
                  <a:noFill/>
                </a:ln>
                <a:solidFill>
                  <a:schemeClr val="tx1"/>
                </a:solidFill>
                <a:effectLst/>
                <a:latin typeface="Arial" panose="020B0604020202020204" pitchFamily="34" charset="0"/>
              </a:rPr>
              <a:t>Intro:</a:t>
            </a:r>
            <a:r>
              <a:rPr kumimoji="0" lang="en-US" altLang="en-US" sz="1400" b="0" i="0" u="none" strike="noStrike" cap="none" normalizeH="0" baseline="0" dirty="0">
                <a:ln>
                  <a:noFill/>
                </a:ln>
                <a:solidFill>
                  <a:schemeClr val="tx1"/>
                </a:solidFill>
                <a:effectLst/>
                <a:latin typeface="Arial" panose="020B0604020202020204" pitchFamily="34" charset="0"/>
              </a:rPr>
              <a:t> </a:t>
            </a:r>
            <a:r>
              <a:rPr kumimoji="0" lang="en-US" altLang="en-US" sz="1400" b="0" i="0" u="none" strike="noStrike" cap="none" normalizeH="0" baseline="0" dirty="0">
                <a:ln>
                  <a:noFill/>
                </a:ln>
                <a:solidFill>
                  <a:schemeClr val="tx1"/>
                </a:solidFill>
                <a:effectLst/>
                <a:latin typeface="Arial Unicode MS"/>
              </a:rPr>
              <a:t>Initial Commit</a:t>
            </a:r>
            <a:endParaRPr kumimoji="0" lang="en-US" altLang="en-US" sz="1400" b="0" i="0" u="none" strike="noStrike" cap="none" normalizeH="0" baseline="0" dirty="0">
              <a:ln>
                <a:noFill/>
              </a:ln>
              <a:solidFill>
                <a:schemeClr val="tx1"/>
              </a:solidFill>
              <a:effectLst/>
            </a:endParaRPr>
          </a:p>
          <a:p>
            <a:pPr lvl="1" eaLnBrk="0" fontAlgn="base" hangingPunct="0">
              <a:lnSpc>
                <a:spcPct val="100000"/>
              </a:lnSpc>
              <a:spcBef>
                <a:spcPts val="600"/>
              </a:spcBef>
            </a:pPr>
            <a:r>
              <a:rPr kumimoji="0" lang="en-US" altLang="en-US" sz="1400" b="0" i="1" u="none" strike="noStrike" cap="none" normalizeH="0" baseline="0" dirty="0">
                <a:ln>
                  <a:noFill/>
                </a:ln>
                <a:solidFill>
                  <a:schemeClr val="tx1"/>
                </a:solidFill>
                <a:effectLst/>
                <a:latin typeface="Arial" panose="020B0604020202020204" pitchFamily="34" charset="0"/>
              </a:rPr>
              <a:t>Body:</a:t>
            </a:r>
            <a:r>
              <a:rPr kumimoji="0" lang="en-US" altLang="en-US" sz="1400" b="0" i="0" u="none" strike="noStrike" cap="none" normalizeH="0" baseline="0" dirty="0">
                <a:ln>
                  <a:noFill/>
                </a:ln>
                <a:solidFill>
                  <a:schemeClr val="tx1"/>
                </a:solidFill>
                <a:effectLst/>
                <a:latin typeface="Arial" panose="020B0604020202020204" pitchFamily="34" charset="0"/>
              </a:rPr>
              <a:t> </a:t>
            </a:r>
            <a:r>
              <a:rPr kumimoji="0" lang="en-US" altLang="en-US" sz="1400" b="0" i="0" u="none" strike="noStrike" cap="none" normalizeH="0" baseline="0" dirty="0">
                <a:ln>
                  <a:noFill/>
                </a:ln>
                <a:solidFill>
                  <a:schemeClr val="tx1"/>
                </a:solidFill>
                <a:effectLst/>
                <a:latin typeface="Arial Unicode MS"/>
              </a:rPr>
              <a:t>Feature: Adding Business Logic</a:t>
            </a:r>
            <a:endParaRPr kumimoji="0" lang="en-US" altLang="en-US" sz="1400" b="0" i="0" u="none" strike="noStrike" cap="none" normalizeH="0" baseline="0" dirty="0">
              <a:ln>
                <a:noFill/>
              </a:ln>
              <a:solidFill>
                <a:schemeClr val="tx1"/>
              </a:solidFill>
              <a:effectLst/>
            </a:endParaRPr>
          </a:p>
          <a:p>
            <a:pPr lvl="1" eaLnBrk="0" fontAlgn="base" hangingPunct="0">
              <a:lnSpc>
                <a:spcPct val="100000"/>
              </a:lnSpc>
              <a:spcBef>
                <a:spcPts val="600"/>
              </a:spcBef>
            </a:pPr>
            <a:r>
              <a:rPr kumimoji="0" lang="en-US" altLang="en-US" sz="1400" b="0" i="1" u="none" strike="noStrike" cap="none" normalizeH="0" baseline="0" dirty="0">
                <a:ln>
                  <a:noFill/>
                </a:ln>
                <a:solidFill>
                  <a:schemeClr val="tx1"/>
                </a:solidFill>
                <a:effectLst/>
                <a:latin typeface="Arial" panose="020B0604020202020204" pitchFamily="34" charset="0"/>
              </a:rPr>
              <a:t>Conclusion:</a:t>
            </a:r>
            <a:r>
              <a:rPr kumimoji="0" lang="en-US" altLang="en-US" sz="1400" b="0" i="0" u="none" strike="noStrike" cap="none" normalizeH="0" baseline="0" dirty="0">
                <a:ln>
                  <a:noFill/>
                </a:ln>
                <a:solidFill>
                  <a:schemeClr val="tx1"/>
                </a:solidFill>
                <a:effectLst/>
                <a:latin typeface="Arial" panose="020B0604020202020204" pitchFamily="34" charset="0"/>
              </a:rPr>
              <a:t> </a:t>
            </a:r>
            <a:r>
              <a:rPr kumimoji="0" lang="en-US" altLang="en-US" sz="1400" b="0" i="0" u="none" strike="noStrike" cap="none" normalizeH="0" baseline="0" dirty="0">
                <a:ln>
                  <a:noFill/>
                </a:ln>
                <a:solidFill>
                  <a:schemeClr val="tx1"/>
                </a:solidFill>
                <a:effectLst/>
                <a:latin typeface="Arial Unicode MS"/>
              </a:rPr>
              <a:t>Merge branch 'presentation' into 'master'</a:t>
            </a:r>
            <a:endParaRPr kumimoji="0" lang="en-US" altLang="en-US" sz="14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endParaRPr>
          </a:p>
        </p:txBody>
      </p:sp>
      <p:sp>
        <p:nvSpPr>
          <p:cNvPr id="7" name="Date Placeholder 6">
            <a:extLst>
              <a:ext uri="{FF2B5EF4-FFF2-40B4-BE49-F238E27FC236}">
                <a16:creationId xmlns:a16="http://schemas.microsoft.com/office/drawing/2014/main" id="{466BE1A6-2657-7342-809A-37C4FB40CE8B}"/>
              </a:ext>
            </a:extLst>
          </p:cNvPr>
          <p:cNvSpPr>
            <a:spLocks noGrp="1"/>
          </p:cNvSpPr>
          <p:nvPr>
            <p:ph type="dt" sz="half" idx="10"/>
          </p:nvPr>
        </p:nvSpPr>
        <p:spPr>
          <a:xfrm>
            <a:off x="8733725" y="-35720"/>
            <a:ext cx="1467550" cy="365125"/>
          </a:xfrm>
        </p:spPr>
        <p:txBody>
          <a:bodyPr/>
          <a:lstStyle/>
          <a:p>
            <a:r>
              <a:rPr lang="en-US"/>
              <a:t>2025-05-02</a:t>
            </a:r>
            <a:endParaRPr lang="en-US" dirty="0"/>
          </a:p>
        </p:txBody>
      </p:sp>
      <p:sp>
        <p:nvSpPr>
          <p:cNvPr id="8" name="Footer Placeholder 7">
            <a:extLst>
              <a:ext uri="{FF2B5EF4-FFF2-40B4-BE49-F238E27FC236}">
                <a16:creationId xmlns:a16="http://schemas.microsoft.com/office/drawing/2014/main" id="{D8E99A74-DB42-6DAD-0A34-339C9BE07F43}"/>
              </a:ext>
            </a:extLst>
          </p:cNvPr>
          <p:cNvSpPr>
            <a:spLocks noGrp="1"/>
          </p:cNvSpPr>
          <p:nvPr>
            <p:ph type="ftr" sz="quarter" idx="11"/>
          </p:nvPr>
        </p:nvSpPr>
        <p:spPr/>
        <p:txBody>
          <a:bodyPr/>
          <a:lstStyle/>
          <a:p>
            <a:r>
              <a:rPr lang="en-US">
                <a:solidFill>
                  <a:schemeClr val="tx2"/>
                </a:solidFill>
              </a:rPr>
              <a:t>Progress bar</a:t>
            </a:r>
            <a:endParaRPr lang="en-US" dirty="0">
              <a:solidFill>
                <a:schemeClr val="tx2"/>
              </a:solidFill>
            </a:endParaRPr>
          </a:p>
        </p:txBody>
      </p:sp>
    </p:spTree>
    <p:extLst>
      <p:ext uri="{BB962C8B-B14F-4D97-AF65-F5344CB8AC3E}">
        <p14:creationId xmlns:p14="http://schemas.microsoft.com/office/powerpoint/2010/main" val="15284472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31" name="Title 1">
            <a:extLst>
              <a:ext uri="{FF2B5EF4-FFF2-40B4-BE49-F238E27FC236}">
                <a16:creationId xmlns:a16="http://schemas.microsoft.com/office/drawing/2014/main" id="{2BDF71F8-7B3F-5912-F741-B3FC48895E54}"/>
              </a:ext>
            </a:extLst>
          </p:cNvPr>
          <p:cNvSpPr>
            <a:spLocks noGrp="1"/>
          </p:cNvSpPr>
          <p:nvPr>
            <p:ph type="title"/>
          </p:nvPr>
        </p:nvSpPr>
        <p:spPr>
          <a:xfrm>
            <a:off x="838200" y="365125"/>
            <a:ext cx="10515600" cy="1325563"/>
          </a:xfrm>
        </p:spPr>
        <p:txBody>
          <a:bodyPr anchor="ctr">
            <a:normAutofit/>
          </a:bodyPr>
          <a:lstStyle/>
          <a:p>
            <a:r>
              <a:rPr lang="en-US" dirty="0"/>
              <a:t>The Randall Munroe Law of Slides</a:t>
            </a:r>
          </a:p>
        </p:txBody>
      </p:sp>
      <p:pic>
        <p:nvPicPr>
          <p:cNvPr id="1026" name="Picture 2" descr="Slides">
            <a:extLst>
              <a:ext uri="{FF2B5EF4-FFF2-40B4-BE49-F238E27FC236}">
                <a16:creationId xmlns:a16="http://schemas.microsoft.com/office/drawing/2014/main" id="{C2D3C0CB-01C7-C52E-0B8C-17B7EC38EA64}"/>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tretch>
            <a:fillRect/>
          </a:stretch>
        </p:blipFill>
        <p:spPr bwMode="auto">
          <a:xfrm>
            <a:off x="869389" y="1564849"/>
            <a:ext cx="5426016" cy="4612114"/>
          </a:xfrm>
          <a:prstGeom prst="rect">
            <a:avLst/>
          </a:prstGeom>
          <a:noFill/>
          <a:extLst>
            <a:ext uri="{909E8E84-426E-40DD-AFC4-6F175D3DCCD1}">
              <a14:hiddenFill xmlns:a14="http://schemas.microsoft.com/office/drawing/2010/main">
                <a:solidFill>
                  <a:srgbClr val="FFFFFF"/>
                </a:solidFill>
              </a14:hiddenFill>
            </a:ext>
          </a:extLst>
        </p:spPr>
      </p:pic>
      <p:sp>
        <p:nvSpPr>
          <p:cNvPr id="1033" name="Content Placeholder 2">
            <a:extLst>
              <a:ext uri="{FF2B5EF4-FFF2-40B4-BE49-F238E27FC236}">
                <a16:creationId xmlns:a16="http://schemas.microsoft.com/office/drawing/2014/main" id="{F1D1AD0B-EEA2-10F7-73B9-A73D1296C3E4}"/>
              </a:ext>
            </a:extLst>
          </p:cNvPr>
          <p:cNvSpPr>
            <a:spLocks noGrp="1"/>
          </p:cNvSpPr>
          <p:nvPr>
            <p:ph sz="half" idx="2"/>
          </p:nvPr>
        </p:nvSpPr>
        <p:spPr>
          <a:xfrm>
            <a:off x="6523348" y="4851399"/>
            <a:ext cx="4830452" cy="1325563"/>
          </a:xfrm>
        </p:spPr>
        <p:txBody>
          <a:bodyPr>
            <a:normAutofit fontScale="92500" lnSpcReduction="10000"/>
          </a:bodyPr>
          <a:lstStyle/>
          <a:p>
            <a:pPr marL="0" indent="0">
              <a:buNone/>
            </a:pPr>
            <a:r>
              <a:rPr lang="en-US" sz="2000" i="1" dirty="0"/>
              <a:t>Did you know they can actually physically throw you out of SIGGRAPH?</a:t>
            </a:r>
          </a:p>
          <a:p>
            <a:pPr marL="0" indent="0">
              <a:buNone/>
            </a:pPr>
            <a:r>
              <a:rPr lang="en-US" sz="2000" dirty="0">
                <a:hlinkClick r:id="rId3"/>
              </a:rPr>
              <a:t>xkcd.com/365/</a:t>
            </a:r>
            <a:endParaRPr lang="en-US" sz="2000" dirty="0"/>
          </a:p>
          <a:p>
            <a:pPr marL="0" indent="0">
              <a:buNone/>
            </a:pPr>
            <a:r>
              <a:rPr lang="en-US" sz="2000" dirty="0">
                <a:hlinkClick r:id="rId4"/>
              </a:rPr>
              <a:t>explainxkcd.com/wiki/index.php/365:_Slides</a:t>
            </a:r>
            <a:endParaRPr lang="en-US" sz="2000" dirty="0"/>
          </a:p>
          <a:p>
            <a:pPr marL="0" indent="0">
              <a:buNone/>
            </a:pPr>
            <a:endParaRPr lang="en-US" sz="2000" dirty="0"/>
          </a:p>
        </p:txBody>
      </p:sp>
      <p:sp>
        <p:nvSpPr>
          <p:cNvPr id="4" name="Date Placeholder 3">
            <a:extLst>
              <a:ext uri="{FF2B5EF4-FFF2-40B4-BE49-F238E27FC236}">
                <a16:creationId xmlns:a16="http://schemas.microsoft.com/office/drawing/2014/main" id="{1CCA2DC5-C4ED-A28F-824F-5A48AD05F516}"/>
              </a:ext>
            </a:extLst>
          </p:cNvPr>
          <p:cNvSpPr>
            <a:spLocks noGrp="1"/>
          </p:cNvSpPr>
          <p:nvPr>
            <p:ph type="dt" sz="half" idx="10"/>
          </p:nvPr>
        </p:nvSpPr>
        <p:spPr>
          <a:xfrm>
            <a:off x="8733725" y="-35720"/>
            <a:ext cx="1467550" cy="365125"/>
          </a:xfrm>
        </p:spPr>
        <p:txBody>
          <a:bodyPr anchor="ctr">
            <a:normAutofit/>
          </a:bodyPr>
          <a:lstStyle/>
          <a:p>
            <a:pPr>
              <a:spcAft>
                <a:spcPts val="600"/>
              </a:spcAft>
            </a:pPr>
            <a:r>
              <a:rPr lang="en-US"/>
              <a:t>2025-05-02</a:t>
            </a:r>
          </a:p>
        </p:txBody>
      </p:sp>
      <p:sp>
        <p:nvSpPr>
          <p:cNvPr id="5" name="Footer Placeholder 4">
            <a:extLst>
              <a:ext uri="{FF2B5EF4-FFF2-40B4-BE49-F238E27FC236}">
                <a16:creationId xmlns:a16="http://schemas.microsoft.com/office/drawing/2014/main" id="{F97DD17A-6729-33C5-5989-344E30AF19B4}"/>
              </a:ext>
            </a:extLst>
          </p:cNvPr>
          <p:cNvSpPr>
            <a:spLocks noGrp="1"/>
          </p:cNvSpPr>
          <p:nvPr>
            <p:ph type="ftr" sz="quarter" idx="11"/>
          </p:nvPr>
        </p:nvSpPr>
        <p:spPr>
          <a:xfrm>
            <a:off x="2614614" y="6356348"/>
            <a:ext cx="6965155" cy="365125"/>
          </a:xfrm>
        </p:spPr>
        <p:txBody>
          <a:bodyPr anchor="ctr">
            <a:normAutofit/>
          </a:bodyPr>
          <a:lstStyle/>
          <a:p>
            <a:pPr>
              <a:spcAft>
                <a:spcPts val="600"/>
              </a:spcAft>
            </a:pPr>
            <a:r>
              <a:rPr lang="en-US"/>
              <a:t>Progress bar</a:t>
            </a:r>
          </a:p>
        </p:txBody>
      </p:sp>
      <p:sp>
        <p:nvSpPr>
          <p:cNvPr id="6" name="Content Placeholder 2">
            <a:extLst>
              <a:ext uri="{FF2B5EF4-FFF2-40B4-BE49-F238E27FC236}">
                <a16:creationId xmlns:a16="http://schemas.microsoft.com/office/drawing/2014/main" id="{E29F0D82-C338-AB88-6C83-ECE506C9AD9E}"/>
              </a:ext>
            </a:extLst>
          </p:cNvPr>
          <p:cNvSpPr txBox="1">
            <a:spLocks/>
          </p:cNvSpPr>
          <p:nvPr/>
        </p:nvSpPr>
        <p:spPr>
          <a:xfrm>
            <a:off x="6590906" y="1870073"/>
            <a:ext cx="4830452" cy="111476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3200" i="1" dirty="0"/>
              <a:t>There is probably an XKCD related to your topic. </a:t>
            </a:r>
            <a:endParaRPr lang="en-US" sz="3200" dirty="0"/>
          </a:p>
        </p:txBody>
      </p:sp>
    </p:spTree>
    <p:extLst>
      <p:ext uri="{BB962C8B-B14F-4D97-AF65-F5344CB8AC3E}">
        <p14:creationId xmlns:p14="http://schemas.microsoft.com/office/powerpoint/2010/main" val="2539429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05C8422-5175-D230-29E1-DE8B65F83B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4C2F7A-6D4A-19E7-CDD7-690DC35C66F9}"/>
              </a:ext>
            </a:extLst>
          </p:cNvPr>
          <p:cNvSpPr>
            <a:spLocks noGrp="1"/>
          </p:cNvSpPr>
          <p:nvPr>
            <p:ph type="title"/>
          </p:nvPr>
        </p:nvSpPr>
        <p:spPr>
          <a:xfrm>
            <a:off x="977152" y="918454"/>
            <a:ext cx="10929298" cy="597510"/>
          </a:xfrm>
        </p:spPr>
        <p:txBody>
          <a:bodyPr>
            <a:normAutofit fontScale="90000"/>
          </a:bodyPr>
          <a:lstStyle/>
          <a:p>
            <a:r>
              <a:rPr lang="en-US" dirty="0"/>
              <a:t>Some Presentation Advice</a:t>
            </a:r>
            <a:endParaRPr lang="en-US" i="1" dirty="0"/>
          </a:p>
        </p:txBody>
      </p:sp>
      <p:sp>
        <p:nvSpPr>
          <p:cNvPr id="3" name="Content Placeholder 2">
            <a:extLst>
              <a:ext uri="{FF2B5EF4-FFF2-40B4-BE49-F238E27FC236}">
                <a16:creationId xmlns:a16="http://schemas.microsoft.com/office/drawing/2014/main" id="{F2D0D758-2262-5AFF-1A4F-50F3B6A58861}"/>
              </a:ext>
            </a:extLst>
          </p:cNvPr>
          <p:cNvSpPr>
            <a:spLocks noGrp="1"/>
          </p:cNvSpPr>
          <p:nvPr>
            <p:ph idx="1"/>
          </p:nvPr>
        </p:nvSpPr>
        <p:spPr>
          <a:xfrm>
            <a:off x="977154" y="1649506"/>
            <a:ext cx="10929298" cy="4802094"/>
          </a:xfrm>
        </p:spPr>
        <p:txBody>
          <a:bodyPr>
            <a:noAutofit/>
          </a:bodyPr>
          <a:lstStyle/>
          <a:p>
            <a:pPr>
              <a:lnSpc>
                <a:spcPct val="100000"/>
              </a:lnSpc>
              <a:spcBef>
                <a:spcPts val="600"/>
              </a:spcBef>
            </a:pPr>
            <a:r>
              <a:rPr lang="en-US" sz="1400" dirty="0"/>
              <a:t>Be prepared. Power cord, HDMI connector, plan some demos, and have a backup plan. (all mistakes I’ve made).</a:t>
            </a:r>
          </a:p>
          <a:p>
            <a:pPr>
              <a:lnSpc>
                <a:spcPct val="100000"/>
              </a:lnSpc>
              <a:spcBef>
                <a:spcPts val="600"/>
              </a:spcBef>
            </a:pPr>
            <a:r>
              <a:rPr lang="en-US" sz="1400" dirty="0"/>
              <a:t>Less text, more images and diagrams – put your text in speaker notes, don’t read your slides.</a:t>
            </a:r>
          </a:p>
          <a:p>
            <a:pPr>
              <a:lnSpc>
                <a:spcPct val="100000"/>
              </a:lnSpc>
              <a:spcBef>
                <a:spcPts val="600"/>
              </a:spcBef>
            </a:pPr>
            <a:r>
              <a:rPr lang="en-US" sz="1400" dirty="0"/>
              <a:t>Less slides, more demos – even if your demo goes wrong, it can still be interesting, but don’t let a failed demo derail your presentation</a:t>
            </a:r>
          </a:p>
          <a:p>
            <a:pPr>
              <a:lnSpc>
                <a:spcPct val="100000"/>
              </a:lnSpc>
              <a:spcBef>
                <a:spcPts val="600"/>
              </a:spcBef>
            </a:pPr>
            <a:r>
              <a:rPr lang="en-US" sz="1400" dirty="0"/>
              <a:t>Tell them what you are going to tell them (your goal), then tell them (the content), then tell them what you told them (conclusion)</a:t>
            </a:r>
          </a:p>
          <a:p>
            <a:pPr>
              <a:lnSpc>
                <a:spcPct val="100000"/>
              </a:lnSpc>
              <a:spcBef>
                <a:spcPts val="600"/>
              </a:spcBef>
            </a:pPr>
            <a:r>
              <a:rPr lang="en-US" sz="1400" dirty="0"/>
              <a:t>Less is more.</a:t>
            </a:r>
          </a:p>
          <a:p>
            <a:pPr>
              <a:lnSpc>
                <a:spcPct val="100000"/>
              </a:lnSpc>
              <a:spcBef>
                <a:spcPts val="600"/>
              </a:spcBef>
            </a:pPr>
            <a:r>
              <a:rPr lang="en-US" sz="1400" dirty="0"/>
              <a:t>Tell a story – make concepts relatable with a story, share your experience, or make something up. Have some fun.</a:t>
            </a:r>
          </a:p>
          <a:p>
            <a:pPr>
              <a:lnSpc>
                <a:spcPct val="100000"/>
              </a:lnSpc>
              <a:spcBef>
                <a:spcPts val="600"/>
              </a:spcBef>
            </a:pPr>
            <a:r>
              <a:rPr lang="en-US" sz="1400" dirty="0"/>
              <a:t>Be humble – what did you learn, what do you wish you knew at the beginning</a:t>
            </a:r>
          </a:p>
          <a:p>
            <a:pPr>
              <a:lnSpc>
                <a:spcPct val="100000"/>
              </a:lnSpc>
              <a:spcBef>
                <a:spcPts val="600"/>
              </a:spcBef>
            </a:pPr>
            <a:r>
              <a:rPr lang="en-US" sz="1400" dirty="0"/>
              <a:t>Configure your IDE, terminal, etc. Make the font bigger (14pt – 18pt) and use a color theme with </a:t>
            </a:r>
            <a:r>
              <a:rPr lang="en-US" sz="1400" b="1" i="1" dirty="0"/>
              <a:t>good contrast</a:t>
            </a:r>
            <a:r>
              <a:rPr lang="en-US" sz="1400" dirty="0"/>
              <a:t>.</a:t>
            </a:r>
          </a:p>
          <a:p>
            <a:pPr>
              <a:lnSpc>
                <a:spcPct val="100000"/>
              </a:lnSpc>
              <a:spcBef>
                <a:spcPts val="600"/>
              </a:spcBef>
            </a:pPr>
            <a:r>
              <a:rPr lang="en-US" sz="1400" dirty="0"/>
              <a:t>Disable notifications on your computer – close email, discord, etc.  </a:t>
            </a:r>
          </a:p>
          <a:p>
            <a:pPr>
              <a:lnSpc>
                <a:spcPct val="100000"/>
              </a:lnSpc>
              <a:spcBef>
                <a:spcPts val="600"/>
              </a:spcBef>
            </a:pPr>
            <a:r>
              <a:rPr lang="en-US" sz="1400" dirty="0">
                <a:hlinkClick r:id="rId2"/>
              </a:rPr>
              <a:t>https://spectrum.ieee.org/5-tips-technical-presentations</a:t>
            </a:r>
            <a:endParaRPr lang="en-US" sz="1400" dirty="0"/>
          </a:p>
          <a:p>
            <a:pPr>
              <a:lnSpc>
                <a:spcPct val="100000"/>
              </a:lnSpc>
              <a:spcBef>
                <a:spcPts val="600"/>
              </a:spcBef>
            </a:pPr>
            <a:r>
              <a:rPr lang="en-US" sz="1400" dirty="0">
                <a:hlinkClick r:id="rId3"/>
              </a:rPr>
              <a:t>https://www.hanselman.com/blog/11-top-tips-for-a-successful-technical-presentation</a:t>
            </a:r>
            <a:endParaRPr lang="en-US" sz="1400" dirty="0"/>
          </a:p>
          <a:p>
            <a:pPr>
              <a:lnSpc>
                <a:spcPct val="100000"/>
              </a:lnSpc>
              <a:spcBef>
                <a:spcPts val="600"/>
              </a:spcBef>
            </a:pPr>
            <a:endParaRPr lang="en-US" sz="1400" dirty="0"/>
          </a:p>
        </p:txBody>
      </p:sp>
      <p:sp>
        <p:nvSpPr>
          <p:cNvPr id="7" name="Date Placeholder 6">
            <a:extLst>
              <a:ext uri="{FF2B5EF4-FFF2-40B4-BE49-F238E27FC236}">
                <a16:creationId xmlns:a16="http://schemas.microsoft.com/office/drawing/2014/main" id="{656623AC-51E2-2E64-E6A0-E46D32C80F7C}"/>
              </a:ext>
            </a:extLst>
          </p:cNvPr>
          <p:cNvSpPr>
            <a:spLocks noGrp="1"/>
          </p:cNvSpPr>
          <p:nvPr>
            <p:ph type="dt" sz="half" idx="10"/>
          </p:nvPr>
        </p:nvSpPr>
        <p:spPr>
          <a:xfrm>
            <a:off x="7855183" y="-65373"/>
            <a:ext cx="1467550" cy="365125"/>
          </a:xfrm>
        </p:spPr>
        <p:txBody>
          <a:bodyPr/>
          <a:lstStyle/>
          <a:p>
            <a:r>
              <a:rPr lang="en-US" dirty="0"/>
              <a:t>2025-05-02</a:t>
            </a:r>
          </a:p>
        </p:txBody>
      </p:sp>
      <p:sp>
        <p:nvSpPr>
          <p:cNvPr id="8" name="Footer Placeholder 7">
            <a:extLst>
              <a:ext uri="{FF2B5EF4-FFF2-40B4-BE49-F238E27FC236}">
                <a16:creationId xmlns:a16="http://schemas.microsoft.com/office/drawing/2014/main" id="{3A63C550-51F3-4D5E-A8B4-6E7F4A3DA1BF}"/>
              </a:ext>
            </a:extLst>
          </p:cNvPr>
          <p:cNvSpPr>
            <a:spLocks noGrp="1"/>
          </p:cNvSpPr>
          <p:nvPr>
            <p:ph type="ftr" sz="quarter" idx="11"/>
          </p:nvPr>
        </p:nvSpPr>
        <p:spPr/>
        <p:txBody>
          <a:bodyPr/>
          <a:lstStyle/>
          <a:p>
            <a:r>
              <a:rPr lang="en-US">
                <a:solidFill>
                  <a:schemeClr val="tx2"/>
                </a:solidFill>
              </a:rPr>
              <a:t>Progress bar</a:t>
            </a:r>
            <a:endParaRPr lang="en-US" dirty="0">
              <a:solidFill>
                <a:schemeClr val="tx2"/>
              </a:solidFill>
            </a:endParaRPr>
          </a:p>
        </p:txBody>
      </p:sp>
    </p:spTree>
    <p:extLst>
      <p:ext uri="{BB962C8B-B14F-4D97-AF65-F5344CB8AC3E}">
        <p14:creationId xmlns:p14="http://schemas.microsoft.com/office/powerpoint/2010/main" val="36660948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BBFBDC3-B8B9-84D5-20FA-EE0ACE293AB4}"/>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1778368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C5FE211-25F2-8750-1F9E-26654A3FF37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4301855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021D7A-E0A8-EA6E-E54B-DC9C256F535F}"/>
              </a:ext>
            </a:extLst>
          </p:cNvPr>
          <p:cNvSpPr>
            <a:spLocks noGrp="1"/>
          </p:cNvSpPr>
          <p:nvPr>
            <p:ph type="title"/>
          </p:nvPr>
        </p:nvSpPr>
        <p:spPr/>
        <p:txBody>
          <a:bodyPr/>
          <a:lstStyle/>
          <a:p>
            <a:r>
              <a:rPr lang="en-US" dirty="0"/>
              <a:t>Main session content here</a:t>
            </a:r>
          </a:p>
        </p:txBody>
      </p:sp>
      <p:sp>
        <p:nvSpPr>
          <p:cNvPr id="3" name="Text Placeholder 2">
            <a:extLst>
              <a:ext uri="{FF2B5EF4-FFF2-40B4-BE49-F238E27FC236}">
                <a16:creationId xmlns:a16="http://schemas.microsoft.com/office/drawing/2014/main" id="{F260EC09-95D8-7380-F081-21ECF21AF250}"/>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E2A9BCFA-0AB7-3CDB-447B-0282A64E0E05}"/>
              </a:ext>
            </a:extLst>
          </p:cNvPr>
          <p:cNvSpPr>
            <a:spLocks noGrp="1"/>
          </p:cNvSpPr>
          <p:nvPr>
            <p:ph type="dt" sz="half" idx="10"/>
          </p:nvPr>
        </p:nvSpPr>
        <p:spPr>
          <a:xfrm>
            <a:off x="8733725" y="0"/>
            <a:ext cx="1467550" cy="365125"/>
          </a:xfrm>
        </p:spPr>
        <p:txBody>
          <a:bodyPr/>
          <a:lstStyle/>
          <a:p>
            <a:r>
              <a:rPr lang="en-US"/>
              <a:t>2025-05-02</a:t>
            </a:r>
          </a:p>
        </p:txBody>
      </p:sp>
      <p:sp>
        <p:nvSpPr>
          <p:cNvPr id="7" name="Footer Placeholder 6">
            <a:extLst>
              <a:ext uri="{FF2B5EF4-FFF2-40B4-BE49-F238E27FC236}">
                <a16:creationId xmlns:a16="http://schemas.microsoft.com/office/drawing/2014/main" id="{87BE74C9-D047-141C-0583-91CBDAEA085F}"/>
              </a:ext>
            </a:extLst>
          </p:cNvPr>
          <p:cNvSpPr>
            <a:spLocks noGrp="1"/>
          </p:cNvSpPr>
          <p:nvPr>
            <p:ph type="ftr" sz="quarter" idx="11"/>
          </p:nvPr>
        </p:nvSpPr>
        <p:spPr/>
        <p:txBody>
          <a:bodyPr/>
          <a:lstStyle/>
          <a:p>
            <a:r>
              <a:rPr lang="en-US">
                <a:solidFill>
                  <a:schemeClr val="tx2"/>
                </a:solidFill>
              </a:rPr>
              <a:t>Progress bar</a:t>
            </a:r>
            <a:endParaRPr lang="en-US" dirty="0">
              <a:solidFill>
                <a:schemeClr val="tx2"/>
              </a:solidFill>
            </a:endParaRPr>
          </a:p>
        </p:txBody>
      </p:sp>
    </p:spTree>
    <p:extLst>
      <p:ext uri="{BB962C8B-B14F-4D97-AF65-F5344CB8AC3E}">
        <p14:creationId xmlns:p14="http://schemas.microsoft.com/office/powerpoint/2010/main" val="2078714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2C3B4-5722-9F7F-DE21-77E9596B221D}"/>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4F85F781-81B2-2290-A1ED-E22F7479C1D8}"/>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E22B49C6-3273-D7A7-4939-98AF2C23A4C0}"/>
              </a:ext>
            </a:extLst>
          </p:cNvPr>
          <p:cNvSpPr>
            <a:spLocks noGrp="1"/>
          </p:cNvSpPr>
          <p:nvPr>
            <p:ph type="dt" sz="half" idx="10"/>
          </p:nvPr>
        </p:nvSpPr>
        <p:spPr/>
        <p:txBody>
          <a:bodyPr/>
          <a:lstStyle/>
          <a:p>
            <a:r>
              <a:rPr lang="en-US"/>
              <a:t>2025-05-02</a:t>
            </a:r>
            <a:endParaRPr lang="en-US" dirty="0"/>
          </a:p>
        </p:txBody>
      </p:sp>
      <p:sp>
        <p:nvSpPr>
          <p:cNvPr id="5" name="Footer Placeholder 4">
            <a:extLst>
              <a:ext uri="{FF2B5EF4-FFF2-40B4-BE49-F238E27FC236}">
                <a16:creationId xmlns:a16="http://schemas.microsoft.com/office/drawing/2014/main" id="{7AAD40E9-A456-7B1B-996C-034BACE4FA4F}"/>
              </a:ext>
            </a:extLst>
          </p:cNvPr>
          <p:cNvSpPr>
            <a:spLocks noGrp="1"/>
          </p:cNvSpPr>
          <p:nvPr>
            <p:ph type="ftr" sz="quarter" idx="11"/>
          </p:nvPr>
        </p:nvSpPr>
        <p:spPr/>
        <p:txBody>
          <a:bodyPr/>
          <a:lstStyle/>
          <a:p>
            <a:r>
              <a:rPr lang="en-US">
                <a:solidFill>
                  <a:schemeClr val="tx2"/>
                </a:solidFill>
              </a:rPr>
              <a:t>Progress bar</a:t>
            </a:r>
            <a:endParaRPr lang="en-US" dirty="0">
              <a:solidFill>
                <a:schemeClr val="tx2"/>
              </a:solidFill>
            </a:endParaRPr>
          </a:p>
        </p:txBody>
      </p:sp>
    </p:spTree>
    <p:extLst>
      <p:ext uri="{BB962C8B-B14F-4D97-AF65-F5344CB8AC3E}">
        <p14:creationId xmlns:p14="http://schemas.microsoft.com/office/powerpoint/2010/main" val="34763405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1688A-8025-E0BE-10E0-A209C2AFBF26}"/>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F77AF3FA-6D46-0C96-3847-C4DCFF21EA75}"/>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6C51B5E4-8A28-8106-A00A-B81DE4FB767B}"/>
              </a:ext>
            </a:extLst>
          </p:cNvPr>
          <p:cNvSpPr>
            <a:spLocks noGrp="1"/>
          </p:cNvSpPr>
          <p:nvPr>
            <p:ph type="dt" sz="half" idx="10"/>
          </p:nvPr>
        </p:nvSpPr>
        <p:spPr/>
        <p:txBody>
          <a:bodyPr/>
          <a:lstStyle/>
          <a:p>
            <a:r>
              <a:rPr lang="en-US"/>
              <a:t>2025-05-02</a:t>
            </a:r>
            <a:endParaRPr lang="en-US" dirty="0"/>
          </a:p>
        </p:txBody>
      </p:sp>
      <p:sp>
        <p:nvSpPr>
          <p:cNvPr id="5" name="Footer Placeholder 4">
            <a:extLst>
              <a:ext uri="{FF2B5EF4-FFF2-40B4-BE49-F238E27FC236}">
                <a16:creationId xmlns:a16="http://schemas.microsoft.com/office/drawing/2014/main" id="{C7B3D6A3-701E-6186-FAED-D76808217EEA}"/>
              </a:ext>
            </a:extLst>
          </p:cNvPr>
          <p:cNvSpPr>
            <a:spLocks noGrp="1"/>
          </p:cNvSpPr>
          <p:nvPr>
            <p:ph type="ftr" sz="quarter" idx="11"/>
          </p:nvPr>
        </p:nvSpPr>
        <p:spPr/>
        <p:txBody>
          <a:bodyPr/>
          <a:lstStyle/>
          <a:p>
            <a:r>
              <a:rPr lang="en-US">
                <a:solidFill>
                  <a:schemeClr val="tx2"/>
                </a:solidFill>
              </a:rPr>
              <a:t>Progress bar</a:t>
            </a:r>
            <a:endParaRPr lang="en-US" dirty="0">
              <a:solidFill>
                <a:schemeClr val="tx2"/>
              </a:solidFill>
            </a:endParaRPr>
          </a:p>
        </p:txBody>
      </p:sp>
    </p:spTree>
    <p:extLst>
      <p:ext uri="{BB962C8B-B14F-4D97-AF65-F5344CB8AC3E}">
        <p14:creationId xmlns:p14="http://schemas.microsoft.com/office/powerpoint/2010/main" val="14305484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9AD77-042F-B46B-650F-540FD02FC259}"/>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34156776-337D-B583-865D-0C55447BF337}"/>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B26801AF-AB47-B922-FC5A-0513EB968949}"/>
              </a:ext>
            </a:extLst>
          </p:cNvPr>
          <p:cNvSpPr>
            <a:spLocks noGrp="1"/>
          </p:cNvSpPr>
          <p:nvPr>
            <p:ph type="dt" sz="half" idx="10"/>
          </p:nvPr>
        </p:nvSpPr>
        <p:spPr/>
        <p:txBody>
          <a:bodyPr/>
          <a:lstStyle/>
          <a:p>
            <a:r>
              <a:rPr lang="en-US"/>
              <a:t>2025-05-02</a:t>
            </a:r>
            <a:endParaRPr lang="en-US" dirty="0"/>
          </a:p>
        </p:txBody>
      </p:sp>
      <p:sp>
        <p:nvSpPr>
          <p:cNvPr id="5" name="Footer Placeholder 4">
            <a:extLst>
              <a:ext uri="{FF2B5EF4-FFF2-40B4-BE49-F238E27FC236}">
                <a16:creationId xmlns:a16="http://schemas.microsoft.com/office/drawing/2014/main" id="{5D761A23-BF71-6562-742C-AD2AD8F7F129}"/>
              </a:ext>
            </a:extLst>
          </p:cNvPr>
          <p:cNvSpPr>
            <a:spLocks noGrp="1"/>
          </p:cNvSpPr>
          <p:nvPr>
            <p:ph type="ftr" sz="quarter" idx="11"/>
          </p:nvPr>
        </p:nvSpPr>
        <p:spPr/>
        <p:txBody>
          <a:bodyPr/>
          <a:lstStyle/>
          <a:p>
            <a:r>
              <a:rPr lang="en-US">
                <a:solidFill>
                  <a:schemeClr val="tx2"/>
                </a:solidFill>
              </a:rPr>
              <a:t>Progress bar</a:t>
            </a:r>
            <a:endParaRPr lang="en-US" dirty="0">
              <a:solidFill>
                <a:schemeClr val="tx2"/>
              </a:solidFill>
            </a:endParaRPr>
          </a:p>
        </p:txBody>
      </p:sp>
    </p:spTree>
    <p:extLst>
      <p:ext uri="{BB962C8B-B14F-4D97-AF65-F5344CB8AC3E}">
        <p14:creationId xmlns:p14="http://schemas.microsoft.com/office/powerpoint/2010/main" val="40027663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C5E04-E30C-4450-C6E3-CF31D2CD2E81}"/>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170CAD4E-E406-29C9-C864-93A97BF6A650}"/>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119A4B39-5FA0-9AEF-9094-7BC69A294AE9}"/>
              </a:ext>
            </a:extLst>
          </p:cNvPr>
          <p:cNvSpPr>
            <a:spLocks noGrp="1"/>
          </p:cNvSpPr>
          <p:nvPr>
            <p:ph type="dt" sz="half" idx="10"/>
          </p:nvPr>
        </p:nvSpPr>
        <p:spPr/>
        <p:txBody>
          <a:bodyPr/>
          <a:lstStyle/>
          <a:p>
            <a:r>
              <a:rPr lang="en-US"/>
              <a:t>2025-05-02</a:t>
            </a:r>
            <a:endParaRPr lang="en-US" dirty="0"/>
          </a:p>
        </p:txBody>
      </p:sp>
      <p:sp>
        <p:nvSpPr>
          <p:cNvPr id="5" name="Footer Placeholder 4">
            <a:extLst>
              <a:ext uri="{FF2B5EF4-FFF2-40B4-BE49-F238E27FC236}">
                <a16:creationId xmlns:a16="http://schemas.microsoft.com/office/drawing/2014/main" id="{B9F10CA3-B5C8-347F-72A3-F82FEDED5E95}"/>
              </a:ext>
            </a:extLst>
          </p:cNvPr>
          <p:cNvSpPr>
            <a:spLocks noGrp="1"/>
          </p:cNvSpPr>
          <p:nvPr>
            <p:ph type="ftr" sz="quarter" idx="11"/>
          </p:nvPr>
        </p:nvSpPr>
        <p:spPr/>
        <p:txBody>
          <a:bodyPr/>
          <a:lstStyle/>
          <a:p>
            <a:r>
              <a:rPr lang="en-US">
                <a:solidFill>
                  <a:schemeClr val="tx2"/>
                </a:solidFill>
              </a:rPr>
              <a:t>Progress bar</a:t>
            </a:r>
            <a:endParaRPr lang="en-US" dirty="0">
              <a:solidFill>
                <a:schemeClr val="tx2"/>
              </a:solidFill>
            </a:endParaRPr>
          </a:p>
        </p:txBody>
      </p:sp>
    </p:spTree>
    <p:extLst>
      <p:ext uri="{BB962C8B-B14F-4D97-AF65-F5344CB8AC3E}">
        <p14:creationId xmlns:p14="http://schemas.microsoft.com/office/powerpoint/2010/main" val="22601212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D6D259-4972-7470-079C-65589380DDB0}"/>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BCA871D0-3911-70D6-F52C-0850FC70C0D7}"/>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C72A87F0-CFA0-08F0-3442-AB8522D3FCC2}"/>
              </a:ext>
            </a:extLst>
          </p:cNvPr>
          <p:cNvSpPr>
            <a:spLocks noGrp="1"/>
          </p:cNvSpPr>
          <p:nvPr>
            <p:ph type="dt" sz="half" idx="10"/>
          </p:nvPr>
        </p:nvSpPr>
        <p:spPr/>
        <p:txBody>
          <a:bodyPr/>
          <a:lstStyle/>
          <a:p>
            <a:r>
              <a:rPr lang="en-US"/>
              <a:t>2025-05-02</a:t>
            </a:r>
            <a:endParaRPr lang="en-US" dirty="0"/>
          </a:p>
        </p:txBody>
      </p:sp>
      <p:sp>
        <p:nvSpPr>
          <p:cNvPr id="5" name="Footer Placeholder 4">
            <a:extLst>
              <a:ext uri="{FF2B5EF4-FFF2-40B4-BE49-F238E27FC236}">
                <a16:creationId xmlns:a16="http://schemas.microsoft.com/office/drawing/2014/main" id="{BABB1067-65AE-400F-804B-F0934A24E390}"/>
              </a:ext>
            </a:extLst>
          </p:cNvPr>
          <p:cNvSpPr>
            <a:spLocks noGrp="1"/>
          </p:cNvSpPr>
          <p:nvPr>
            <p:ph type="ftr" sz="quarter" idx="11"/>
          </p:nvPr>
        </p:nvSpPr>
        <p:spPr/>
        <p:txBody>
          <a:bodyPr/>
          <a:lstStyle/>
          <a:p>
            <a:r>
              <a:rPr lang="en-US">
                <a:solidFill>
                  <a:schemeClr val="tx2"/>
                </a:solidFill>
              </a:rPr>
              <a:t>Progress bar</a:t>
            </a:r>
            <a:endParaRPr lang="en-US" dirty="0">
              <a:solidFill>
                <a:schemeClr val="tx2"/>
              </a:solidFill>
            </a:endParaRPr>
          </a:p>
        </p:txBody>
      </p:sp>
    </p:spTree>
    <p:extLst>
      <p:ext uri="{BB962C8B-B14F-4D97-AF65-F5344CB8AC3E}">
        <p14:creationId xmlns:p14="http://schemas.microsoft.com/office/powerpoint/2010/main" val="2290391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3E4CD-8735-E08B-A2E1-47EC260F8D05}"/>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F48EC121-9EBC-CA8F-B10C-D00AFDE563A8}"/>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E91170BC-141C-557E-C324-1321EA12B531}"/>
              </a:ext>
            </a:extLst>
          </p:cNvPr>
          <p:cNvSpPr>
            <a:spLocks noGrp="1"/>
          </p:cNvSpPr>
          <p:nvPr>
            <p:ph type="dt" sz="half" idx="10"/>
          </p:nvPr>
        </p:nvSpPr>
        <p:spPr/>
        <p:txBody>
          <a:bodyPr/>
          <a:lstStyle/>
          <a:p>
            <a:r>
              <a:rPr lang="en-US"/>
              <a:t>2025-05-02</a:t>
            </a:r>
            <a:endParaRPr lang="en-US" dirty="0"/>
          </a:p>
        </p:txBody>
      </p:sp>
      <p:sp>
        <p:nvSpPr>
          <p:cNvPr id="5" name="Footer Placeholder 4">
            <a:extLst>
              <a:ext uri="{FF2B5EF4-FFF2-40B4-BE49-F238E27FC236}">
                <a16:creationId xmlns:a16="http://schemas.microsoft.com/office/drawing/2014/main" id="{EB92EC7A-7937-1D9F-6258-C6C1F468E7F1}"/>
              </a:ext>
            </a:extLst>
          </p:cNvPr>
          <p:cNvSpPr>
            <a:spLocks noGrp="1"/>
          </p:cNvSpPr>
          <p:nvPr>
            <p:ph type="ftr" sz="quarter" idx="11"/>
          </p:nvPr>
        </p:nvSpPr>
        <p:spPr/>
        <p:txBody>
          <a:bodyPr/>
          <a:lstStyle/>
          <a:p>
            <a:r>
              <a:rPr lang="en-US">
                <a:solidFill>
                  <a:schemeClr val="tx2"/>
                </a:solidFill>
              </a:rPr>
              <a:t>Progress bar</a:t>
            </a:r>
            <a:endParaRPr lang="en-US" dirty="0">
              <a:solidFill>
                <a:schemeClr val="tx2"/>
              </a:solidFill>
            </a:endParaRPr>
          </a:p>
        </p:txBody>
      </p:sp>
    </p:spTree>
    <p:extLst>
      <p:ext uri="{BB962C8B-B14F-4D97-AF65-F5344CB8AC3E}">
        <p14:creationId xmlns:p14="http://schemas.microsoft.com/office/powerpoint/2010/main" val="31959700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EF6DC-B2AC-5C0D-C69A-FFA50A4ABB88}"/>
              </a:ext>
            </a:extLst>
          </p:cNvPr>
          <p:cNvSpPr>
            <a:spLocks noGrp="1"/>
          </p:cNvSpPr>
          <p:nvPr>
            <p:ph type="title"/>
          </p:nvPr>
        </p:nvSpPr>
        <p:spPr>
          <a:xfrm>
            <a:off x="831850" y="1709739"/>
            <a:ext cx="10515600" cy="1947862"/>
          </a:xfrm>
        </p:spPr>
        <p:txBody>
          <a:bodyPr>
            <a:normAutofit/>
          </a:bodyPr>
          <a:lstStyle/>
          <a:p>
            <a:pPr algn="ctr"/>
            <a:r>
              <a:rPr lang="en-US" sz="2800" b="1" dirty="0">
                <a:latin typeface="Courier New" panose="02070309020205020404" pitchFamily="49" charset="0"/>
                <a:cs typeface="Courier New" panose="02070309020205020404" pitchFamily="49" charset="0"/>
              </a:rPr>
              <a:t>// This slide intentionally left blank.</a:t>
            </a:r>
            <a:endParaRPr lang="en-US" sz="2800" dirty="0"/>
          </a:p>
        </p:txBody>
      </p:sp>
      <p:sp>
        <p:nvSpPr>
          <p:cNvPr id="3" name="Text Placeholder 2">
            <a:extLst>
              <a:ext uri="{FF2B5EF4-FFF2-40B4-BE49-F238E27FC236}">
                <a16:creationId xmlns:a16="http://schemas.microsoft.com/office/drawing/2014/main" id="{EBD2B078-04F3-D238-4F1D-F2F2865747F0}"/>
              </a:ext>
            </a:extLst>
          </p:cNvPr>
          <p:cNvSpPr>
            <a:spLocks noGrp="1"/>
          </p:cNvSpPr>
          <p:nvPr>
            <p:ph type="body" idx="1"/>
          </p:nvPr>
        </p:nvSpPr>
        <p:spPr>
          <a:xfrm>
            <a:off x="831850" y="5148262"/>
            <a:ext cx="10515600" cy="941388"/>
          </a:xfrm>
        </p:spPr>
        <p:txBody>
          <a:bodyPr>
            <a:normAutofit/>
          </a:bodyPr>
          <a:lstStyle/>
          <a:p>
            <a:pPr algn="ctr"/>
            <a:r>
              <a:rPr lang="en-US" sz="2000" i="1" dirty="0"/>
              <a:t>The comment text was accident.</a:t>
            </a:r>
          </a:p>
        </p:txBody>
      </p:sp>
      <p:sp>
        <p:nvSpPr>
          <p:cNvPr id="4" name="Date Placeholder 3">
            <a:extLst>
              <a:ext uri="{FF2B5EF4-FFF2-40B4-BE49-F238E27FC236}">
                <a16:creationId xmlns:a16="http://schemas.microsoft.com/office/drawing/2014/main" id="{83147C00-4521-5690-B3FB-CE70010AA583}"/>
              </a:ext>
            </a:extLst>
          </p:cNvPr>
          <p:cNvSpPr>
            <a:spLocks noGrp="1"/>
          </p:cNvSpPr>
          <p:nvPr>
            <p:ph type="dt" sz="half" idx="10"/>
          </p:nvPr>
        </p:nvSpPr>
        <p:spPr>
          <a:xfrm>
            <a:off x="8733725" y="0"/>
            <a:ext cx="1467550" cy="365125"/>
          </a:xfrm>
        </p:spPr>
        <p:txBody>
          <a:bodyPr/>
          <a:lstStyle/>
          <a:p>
            <a:r>
              <a:rPr lang="en-US"/>
              <a:t>2025-05-02</a:t>
            </a:r>
          </a:p>
        </p:txBody>
      </p:sp>
      <p:sp>
        <p:nvSpPr>
          <p:cNvPr id="7" name="Footer Placeholder 6">
            <a:extLst>
              <a:ext uri="{FF2B5EF4-FFF2-40B4-BE49-F238E27FC236}">
                <a16:creationId xmlns:a16="http://schemas.microsoft.com/office/drawing/2014/main" id="{A474E3BB-DA96-C267-0FD5-83B8B2F7370D}"/>
              </a:ext>
            </a:extLst>
          </p:cNvPr>
          <p:cNvSpPr>
            <a:spLocks noGrp="1"/>
          </p:cNvSpPr>
          <p:nvPr>
            <p:ph type="ftr" sz="quarter" idx="11"/>
          </p:nvPr>
        </p:nvSpPr>
        <p:spPr/>
        <p:txBody>
          <a:bodyPr/>
          <a:lstStyle/>
          <a:p>
            <a:r>
              <a:rPr lang="en-US">
                <a:solidFill>
                  <a:schemeClr val="tx2"/>
                </a:solidFill>
              </a:rPr>
              <a:t>Progress bar</a:t>
            </a:r>
            <a:endParaRPr lang="en-US" dirty="0">
              <a:solidFill>
                <a:schemeClr val="tx2"/>
              </a:solidFill>
            </a:endParaRPr>
          </a:p>
        </p:txBody>
      </p:sp>
    </p:spTree>
    <p:extLst>
      <p:ext uri="{BB962C8B-B14F-4D97-AF65-F5344CB8AC3E}">
        <p14:creationId xmlns:p14="http://schemas.microsoft.com/office/powerpoint/2010/main" val="19140403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1CDEBA8-592B-3001-3734-088B8D77904B}"/>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29303043-F7D8-5BDC-A460-A74328BCFB6B}"/>
              </a:ext>
            </a:extLst>
          </p:cNvPr>
          <p:cNvSpPr txBox="1"/>
          <p:nvPr/>
        </p:nvSpPr>
        <p:spPr>
          <a:xfrm>
            <a:off x="7141945" y="2858703"/>
            <a:ext cx="4119613" cy="1631216"/>
          </a:xfrm>
          <a:prstGeom prst="rect">
            <a:avLst/>
          </a:prstGeom>
          <a:noFill/>
        </p:spPr>
        <p:txBody>
          <a:bodyPr wrap="square" rtlCol="0">
            <a:spAutoFit/>
          </a:bodyPr>
          <a:lstStyle/>
          <a:p>
            <a:pPr algn="ctr"/>
            <a:r>
              <a:rPr lang="en-US" sz="2000" b="1" dirty="0">
                <a:solidFill>
                  <a:schemeClr val="bg1"/>
                </a:solidFill>
              </a:rPr>
              <a:t>Place your session </a:t>
            </a:r>
          </a:p>
          <a:p>
            <a:pPr algn="ctr"/>
            <a:r>
              <a:rPr lang="en-US" sz="2000" b="1" dirty="0">
                <a:solidFill>
                  <a:schemeClr val="bg1"/>
                </a:solidFill>
              </a:rPr>
              <a:t>specific QR code here! </a:t>
            </a:r>
            <a:br>
              <a:rPr lang="en-US" sz="2000" b="1" dirty="0">
                <a:solidFill>
                  <a:schemeClr val="bg1"/>
                </a:solidFill>
              </a:rPr>
            </a:br>
            <a:r>
              <a:rPr lang="en-US" sz="2000" b="1" dirty="0">
                <a:solidFill>
                  <a:schemeClr val="bg1"/>
                </a:solidFill>
                <a:hlinkClick r:id="rId4"/>
              </a:rPr>
              <a:t>https://sessionize.com/boise-code-camp-2026/dashboard#_tab-feedback</a:t>
            </a:r>
            <a:endParaRPr lang="en-US" sz="2000" b="1" dirty="0">
              <a:solidFill>
                <a:schemeClr val="bg1"/>
              </a:solidFill>
            </a:endParaRPr>
          </a:p>
        </p:txBody>
      </p:sp>
    </p:spTree>
    <p:extLst>
      <p:ext uri="{BB962C8B-B14F-4D97-AF65-F5344CB8AC3E}">
        <p14:creationId xmlns:p14="http://schemas.microsoft.com/office/powerpoint/2010/main" val="91127822"/>
      </p:ext>
    </p:extLst>
  </p:cSld>
  <p:clrMapOvr>
    <a:masterClrMapping/>
  </p:clrMapOvr>
</p:sld>
</file>

<file path=ppt/theme/theme1.xml><?xml version="1.0" encoding="utf-8"?>
<a:theme xmlns:a="http://schemas.openxmlformats.org/drawingml/2006/main" name="Office Theme">
  <a:themeElements>
    <a:clrScheme name="Custom 7">
      <a:dk1>
        <a:srgbClr val="FFFFFF"/>
      </a:dk1>
      <a:lt1>
        <a:srgbClr val="000000"/>
      </a:lt1>
      <a:dk2>
        <a:srgbClr val="E8E8E8"/>
      </a:dk2>
      <a:lt2>
        <a:srgbClr val="0E2841"/>
      </a:lt2>
      <a:accent1>
        <a:srgbClr val="156082"/>
      </a:accent1>
      <a:accent2>
        <a:srgbClr val="E97132"/>
      </a:accent2>
      <a:accent3>
        <a:srgbClr val="196B24"/>
      </a:accent3>
      <a:accent4>
        <a:srgbClr val="0F9ED5"/>
      </a:accent4>
      <a:accent5>
        <a:srgbClr val="A02B93"/>
      </a:accent5>
      <a:accent6>
        <a:srgbClr val="4EA72E"/>
      </a:accent6>
      <a:hlink>
        <a:srgbClr val="00B0F0"/>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112</TotalTime>
  <Words>829</Words>
  <Application>Microsoft Office PowerPoint</Application>
  <PresentationFormat>Widescreen</PresentationFormat>
  <Paragraphs>84</Paragraphs>
  <Slides>16</Slides>
  <Notes>4</Notes>
  <HiddenSlides>4</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Aptos</vt:lpstr>
      <vt:lpstr>Aptos Display</vt:lpstr>
      <vt:lpstr>Arial</vt:lpstr>
      <vt:lpstr>Arial Unicode MS</vt:lpstr>
      <vt:lpstr>Courier New</vt:lpstr>
      <vt:lpstr>Hack</vt:lpstr>
      <vt:lpstr>Office Theme</vt:lpstr>
      <vt:lpstr>PowerPoint Presentation</vt:lpstr>
      <vt:lpstr>Instructions (remove or hide this slide)</vt:lpstr>
      <vt:lpstr>Some fun ideas for slides (all optional)</vt:lpstr>
      <vt:lpstr>The Randall Munroe Law of Slides</vt:lpstr>
      <vt:lpstr>Some Presentation Advice</vt:lpstr>
      <vt:lpstr>PowerPoint Presentation</vt:lpstr>
      <vt:lpstr>PowerPoint Presentation</vt:lpstr>
      <vt:lpstr>Main session content here</vt:lpstr>
      <vt:lpstr>PowerPoint Presentation</vt:lpstr>
      <vt:lpstr>PowerPoint Presentation</vt:lpstr>
      <vt:lpstr>PowerPoint Presentation</vt:lpstr>
      <vt:lpstr>PowerPoint Presentation</vt:lpstr>
      <vt:lpstr>PowerPoint Presentation</vt:lpstr>
      <vt:lpstr>PowerPoint Presentation</vt:lpstr>
      <vt:lpstr>// This slide intentionally left blank.</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Jim McKeeth</dc:creator>
  <cp:lastModifiedBy>Jim McKeeth</cp:lastModifiedBy>
  <cp:revision>9</cp:revision>
  <dcterms:created xsi:type="dcterms:W3CDTF">2026-04-23T02:21:52Z</dcterms:created>
  <dcterms:modified xsi:type="dcterms:W3CDTF">2026-04-24T09:08:19Z</dcterms:modified>
</cp:coreProperties>
</file>